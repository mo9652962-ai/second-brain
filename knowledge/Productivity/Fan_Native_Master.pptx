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urtyard_native_mast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Frosted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solidFill>
            <a:srgbClr val="FFFFFF">
              <a:alpha val="2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FanRib1"/>
          <p:cNvSpPr/>
          <p:nvPr/>
        </p:nvSpPr>
        <p:spPr>
          <a:xfrm rot="17970000">
            <a:off x="6858000" y="3456432"/>
            <a:ext cx="4114800" cy="36576"/>
          </a:xfrm>
          <a:prstGeom prst="rect">
            <a:avLst/>
          </a:prstGeom>
          <a:solidFill>
            <a:srgbClr val="96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FanRib2"/>
          <p:cNvSpPr/>
          <p:nvPr/>
        </p:nvSpPr>
        <p:spPr>
          <a:xfrm rot="17970000">
            <a:off x="6858000" y="3456432"/>
            <a:ext cx="4114800" cy="36576"/>
          </a:xfrm>
          <a:prstGeom prst="rect">
            <a:avLst/>
          </a:prstGeom>
          <a:solidFill>
            <a:srgbClr val="96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FanRib3"/>
          <p:cNvSpPr/>
          <p:nvPr/>
        </p:nvSpPr>
        <p:spPr>
          <a:xfrm rot="17970000">
            <a:off x="6858000" y="3456432"/>
            <a:ext cx="4114800" cy="36576"/>
          </a:xfrm>
          <a:prstGeom prst="rect">
            <a:avLst/>
          </a:prstGeom>
          <a:solidFill>
            <a:srgbClr val="96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FanRib4"/>
          <p:cNvSpPr/>
          <p:nvPr/>
        </p:nvSpPr>
        <p:spPr>
          <a:xfrm rot="17970000">
            <a:off x="6858000" y="3456432"/>
            <a:ext cx="4114800" cy="36576"/>
          </a:xfrm>
          <a:prstGeom prst="rect">
            <a:avLst/>
          </a:prstGeom>
          <a:solidFill>
            <a:srgbClr val="96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anRib5"/>
          <p:cNvSpPr/>
          <p:nvPr/>
        </p:nvSpPr>
        <p:spPr>
          <a:xfrm rot="17970000">
            <a:off x="6858000" y="3456432"/>
            <a:ext cx="4114800" cy="36576"/>
          </a:xfrm>
          <a:prstGeom prst="rect">
            <a:avLst/>
          </a:prstGeom>
          <a:solidFill>
            <a:srgbClr val="96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anRib6"/>
          <p:cNvSpPr/>
          <p:nvPr/>
        </p:nvSpPr>
        <p:spPr>
          <a:xfrm rot="17970000">
            <a:off x="6858000" y="3456432"/>
            <a:ext cx="4114800" cy="36576"/>
          </a:xfrm>
          <a:prstGeom prst="rect">
            <a:avLst/>
          </a:prstGeom>
          <a:solidFill>
            <a:srgbClr val="96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anBlade1"/>
          <p:cNvSpPr/>
          <p:nvPr/>
        </p:nvSpPr>
        <p:spPr>
          <a:xfrm rot="17160000">
            <a:off x="2743200" y="-640080"/>
            <a:ext cx="8229600" cy="8229600"/>
          </a:xfrm>
          <a:prstGeom prst="blockArc">
            <a:avLst>
              <a:gd name="adj1" fmla="val 0"/>
              <a:gd name="adj2" fmla="val 2700000"/>
              <a:gd name="adj3" fmla="val 32000"/>
            </a:avLst>
          </a:prstGeom>
          <a:ln w="9525">
            <a:solidFill>
              <a:srgbClr val="D2B478"/>
            </a:solidFill>
          </a:ln>
          <a:gradFill flip="none" rotWithShape="1">
            <a:gsLst>
              <a:gs pos="0">
                <a:srgbClr val="B8D4A4">
                  <a:alpha val="88000"/>
                </a:srgbClr>
              </a:gs>
              <a:gs pos="45000">
                <a:srgbClr val="78A365">
                  <a:alpha val="82000"/>
                </a:srgbClr>
              </a:gs>
              <a:gs pos="100000">
                <a:srgbClr val="36522E">
                  <a:alpha val="92000"/>
                </a:srgbClr>
              </a:gs>
            </a:gsLst>
            <a:lin ang="54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anBlade2"/>
          <p:cNvSpPr/>
          <p:nvPr/>
        </p:nvSpPr>
        <p:spPr>
          <a:xfrm rot="17160000">
            <a:off x="2743200" y="-640080"/>
            <a:ext cx="8229600" cy="8229600"/>
          </a:xfrm>
          <a:prstGeom prst="blockArc">
            <a:avLst>
              <a:gd name="adj1" fmla="val 0"/>
              <a:gd name="adj2" fmla="val 2700000"/>
              <a:gd name="adj3" fmla="val 32000"/>
            </a:avLst>
          </a:prstGeom>
          <a:ln w="9525">
            <a:solidFill>
              <a:srgbClr val="D2B478"/>
            </a:solidFill>
          </a:ln>
          <a:gradFill flip="none" rotWithShape="1">
            <a:gsLst>
              <a:gs pos="0">
                <a:srgbClr val="B8D4A4">
                  <a:alpha val="88000"/>
                </a:srgbClr>
              </a:gs>
              <a:gs pos="45000">
                <a:srgbClr val="78A365">
                  <a:alpha val="82000"/>
                </a:srgbClr>
              </a:gs>
              <a:gs pos="100000">
                <a:srgbClr val="36522E">
                  <a:alpha val="92000"/>
                </a:srgbClr>
              </a:gs>
            </a:gsLst>
            <a:lin ang="54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FanBlade3"/>
          <p:cNvSpPr/>
          <p:nvPr/>
        </p:nvSpPr>
        <p:spPr>
          <a:xfrm rot="17160000">
            <a:off x="2743200" y="-640080"/>
            <a:ext cx="8229600" cy="8229600"/>
          </a:xfrm>
          <a:prstGeom prst="blockArc">
            <a:avLst>
              <a:gd name="adj1" fmla="val 0"/>
              <a:gd name="adj2" fmla="val 2700000"/>
              <a:gd name="adj3" fmla="val 32000"/>
            </a:avLst>
          </a:prstGeom>
          <a:ln w="9525">
            <a:solidFill>
              <a:srgbClr val="D2B478"/>
            </a:solidFill>
          </a:ln>
          <a:gradFill flip="none" rotWithShape="1">
            <a:gsLst>
              <a:gs pos="0">
                <a:srgbClr val="B8D4A4">
                  <a:alpha val="88000"/>
                </a:srgbClr>
              </a:gs>
              <a:gs pos="45000">
                <a:srgbClr val="78A365">
                  <a:alpha val="82000"/>
                </a:srgbClr>
              </a:gs>
              <a:gs pos="100000">
                <a:srgbClr val="36522E">
                  <a:alpha val="92000"/>
                </a:srgbClr>
              </a:gs>
            </a:gsLst>
            <a:lin ang="54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anBlade4"/>
          <p:cNvSpPr/>
          <p:nvPr/>
        </p:nvSpPr>
        <p:spPr>
          <a:xfrm rot="17160000">
            <a:off x="2743200" y="-640080"/>
            <a:ext cx="8229600" cy="8229600"/>
          </a:xfrm>
          <a:prstGeom prst="blockArc">
            <a:avLst>
              <a:gd name="adj1" fmla="val 0"/>
              <a:gd name="adj2" fmla="val 2700000"/>
              <a:gd name="adj3" fmla="val 32000"/>
            </a:avLst>
          </a:prstGeom>
          <a:ln w="9525">
            <a:solidFill>
              <a:srgbClr val="D2B478"/>
            </a:solidFill>
          </a:ln>
          <a:gradFill flip="none" rotWithShape="1">
            <a:gsLst>
              <a:gs pos="0">
                <a:srgbClr val="B8D4A4">
                  <a:alpha val="88000"/>
                </a:srgbClr>
              </a:gs>
              <a:gs pos="45000">
                <a:srgbClr val="78A365">
                  <a:alpha val="82000"/>
                </a:srgbClr>
              </a:gs>
              <a:gs pos="100000">
                <a:srgbClr val="36522E">
                  <a:alpha val="92000"/>
                </a:srgbClr>
              </a:gs>
            </a:gsLst>
            <a:lin ang="54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anBlade5"/>
          <p:cNvSpPr/>
          <p:nvPr/>
        </p:nvSpPr>
        <p:spPr>
          <a:xfrm rot="17160000">
            <a:off x="2743200" y="-640080"/>
            <a:ext cx="8229600" cy="8229600"/>
          </a:xfrm>
          <a:prstGeom prst="blockArc">
            <a:avLst>
              <a:gd name="adj1" fmla="val 0"/>
              <a:gd name="adj2" fmla="val 2700000"/>
              <a:gd name="adj3" fmla="val 32000"/>
            </a:avLst>
          </a:prstGeom>
          <a:ln w="9525">
            <a:solidFill>
              <a:srgbClr val="D2B478"/>
            </a:solidFill>
          </a:ln>
          <a:gradFill flip="none" rotWithShape="1">
            <a:gsLst>
              <a:gs pos="0">
                <a:srgbClr val="B8D4A4">
                  <a:alpha val="88000"/>
                </a:srgbClr>
              </a:gs>
              <a:gs pos="45000">
                <a:srgbClr val="78A365">
                  <a:alpha val="82000"/>
                </a:srgbClr>
              </a:gs>
              <a:gs pos="100000">
                <a:srgbClr val="36522E">
                  <a:alpha val="92000"/>
                </a:srgbClr>
              </a:gs>
            </a:gsLst>
            <a:lin ang="54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FanBlade6"/>
          <p:cNvSpPr/>
          <p:nvPr/>
        </p:nvSpPr>
        <p:spPr>
          <a:xfrm rot="17160000">
            <a:off x="2743200" y="-640080"/>
            <a:ext cx="8229600" cy="8229600"/>
          </a:xfrm>
          <a:prstGeom prst="blockArc">
            <a:avLst>
              <a:gd name="adj1" fmla="val 0"/>
              <a:gd name="adj2" fmla="val 2700000"/>
              <a:gd name="adj3" fmla="val 32000"/>
            </a:avLst>
          </a:prstGeom>
          <a:ln w="9525">
            <a:solidFill>
              <a:srgbClr val="D2B478"/>
            </a:solidFill>
          </a:ln>
          <a:gradFill flip="none" rotWithShape="1">
            <a:gsLst>
              <a:gs pos="0">
                <a:srgbClr val="B8D4A4">
                  <a:alpha val="88000"/>
                </a:srgbClr>
              </a:gs>
              <a:gs pos="45000">
                <a:srgbClr val="78A365">
                  <a:alpha val="82000"/>
                </a:srgbClr>
              </a:gs>
              <a:gs pos="100000">
                <a:srgbClr val="36522E">
                  <a:alpha val="92000"/>
                </a:srgbClr>
              </a:gs>
            </a:gsLst>
            <a:lin ang="54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JadeRing"/>
          <p:cNvSpPr/>
          <p:nvPr/>
        </p:nvSpPr>
        <p:spPr>
          <a:xfrm>
            <a:off x="6492240" y="3108960"/>
            <a:ext cx="731520" cy="731520"/>
          </a:xfrm>
          <a:prstGeom prst="ellipse">
            <a:avLst/>
          </a:prstGeom>
          <a:solidFill>
            <a:srgbClr val="F0F8F0"/>
          </a:solidFill>
          <a:ln w="19050">
            <a:solidFill>
              <a:srgbClr val="D2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GoldRing"/>
          <p:cNvSpPr/>
          <p:nvPr/>
        </p:nvSpPr>
        <p:spPr>
          <a:xfrm>
            <a:off x="6656832" y="3273552"/>
            <a:ext cx="402336" cy="402336"/>
          </a:xfrm>
          <a:prstGeom prst="ellipse">
            <a:avLst/>
          </a:prstGeom>
          <a:solidFill>
            <a:srgbClr val="C8A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CoreJade"/>
          <p:cNvSpPr/>
          <p:nvPr/>
        </p:nvSpPr>
        <p:spPr>
          <a:xfrm>
            <a:off x="6748272" y="3364992"/>
            <a:ext cx="219456" cy="219456"/>
          </a:xfrm>
          <a:prstGeom prst="ellipse">
            <a:avLst/>
          </a:prstGeom>
          <a:solidFill>
            <a:srgbClr val="233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MainTitle"/>
          <p:cNvSpPr txBox="1"/>
          <p:nvPr/>
        </p:nvSpPr>
        <p:spPr>
          <a:xfrm>
            <a:off x="3200400" y="-2286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62314"/>
                </a:solidFill>
              </a:defRPr>
            </a:pPr>
            <a:r>
              <a:t>雨   霖   铃</a:t>
            </a:r>
          </a:p>
        </p:txBody>
      </p:sp>
      <p:sp>
        <p:nvSpPr>
          <p:cNvPr id="20" name="!!Seal"/>
          <p:cNvSpPr/>
          <p:nvPr/>
        </p:nvSpPr>
        <p:spPr>
          <a:xfrm>
            <a:off x="8961120" y="-2011680"/>
            <a:ext cx="594360" cy="594360"/>
          </a:xfrm>
          <a:prstGeom prst="roundRect">
            <a:avLst/>
          </a:prstGeom>
          <a:solidFill>
            <a:srgbClr val="A52A26"/>
          </a:solidFill>
          <a:ln w="12700">
            <a:solidFill>
              <a:srgbClr val="DC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柳永</a:t>
            </a:r>
          </a:p>
        </p:txBody>
      </p:sp>
      <p:sp>
        <p:nvSpPr>
          <p:cNvPr id="21" name="!!PoemCol0"/>
          <p:cNvSpPr txBox="1"/>
          <p:nvPr/>
        </p:nvSpPr>
        <p:spPr>
          <a:xfrm>
            <a:off x="12801600" y="1920240"/>
            <a:ext cx="347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3A5034"/>
                </a:solidFill>
              </a:defRPr>
            </a:pPr>
            <a:r>
              <a:t>昨</a:t>
            </a:r>
            <a:br/>
            <a:r>
              <a:t>夜</a:t>
            </a:r>
            <a:br/>
            <a:r>
              <a:t>疏</a:t>
            </a:r>
            <a:br/>
            <a:r>
              <a:t>风</a:t>
            </a:r>
            <a:br/>
            <a:r>
              <a:t>骤</a:t>
            </a:r>
            <a:br/>
            <a:r>
              <a:t>雨</a:t>
            </a:r>
          </a:p>
        </p:txBody>
      </p:sp>
      <p:sp>
        <p:nvSpPr>
          <p:cNvPr id="22" name="!!PoemCol1"/>
          <p:cNvSpPr txBox="1"/>
          <p:nvPr/>
        </p:nvSpPr>
        <p:spPr>
          <a:xfrm>
            <a:off x="13258800" y="1920240"/>
            <a:ext cx="347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3A5034"/>
                </a:solidFill>
              </a:defRPr>
            </a:pPr>
            <a:r>
              <a:t>浓</a:t>
            </a:r>
            <a:br/>
            <a:r>
              <a:t>睡</a:t>
            </a:r>
            <a:br/>
            <a:r>
              <a:t>不</a:t>
            </a:r>
            <a:br/>
            <a:r>
              <a:t>消</a:t>
            </a:r>
            <a:br/>
            <a:r>
              <a:t>残</a:t>
            </a:r>
            <a:br/>
            <a:r>
              <a:t>酒</a:t>
            </a:r>
          </a:p>
        </p:txBody>
      </p:sp>
      <p:sp>
        <p:nvSpPr>
          <p:cNvPr id="23" name="!!PoemCol2"/>
          <p:cNvSpPr txBox="1"/>
          <p:nvPr/>
        </p:nvSpPr>
        <p:spPr>
          <a:xfrm>
            <a:off x="13716000" y="1920240"/>
            <a:ext cx="347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3A5034"/>
                </a:solidFill>
              </a:defRPr>
            </a:pPr>
            <a:r>
              <a:t>试</a:t>
            </a:r>
            <a:br/>
            <a:r>
              <a:t>问</a:t>
            </a:r>
            <a:br/>
            <a:r>
              <a:t>卷</a:t>
            </a:r>
            <a:br/>
            <a:r>
              <a:t>帘</a:t>
            </a:r>
            <a:br/>
            <a:r>
              <a:t>之</a:t>
            </a:r>
            <a:br/>
            <a:r>
              <a:t>人</a:t>
            </a:r>
          </a:p>
        </p:txBody>
      </p:sp>
      <p:sp>
        <p:nvSpPr>
          <p:cNvPr id="24" name="!!PoemCol3"/>
          <p:cNvSpPr txBox="1"/>
          <p:nvPr/>
        </p:nvSpPr>
        <p:spPr>
          <a:xfrm>
            <a:off x="14173200" y="1920240"/>
            <a:ext cx="347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3A5034"/>
                </a:solidFill>
              </a:defRPr>
            </a:pPr>
            <a:r>
              <a:t>却</a:t>
            </a:r>
            <a:br/>
            <a:r>
              <a:t>道</a:t>
            </a:r>
            <a:br/>
            <a:r>
              <a:t>海</a:t>
            </a:r>
            <a:br/>
            <a:r>
              <a:t>棠</a:t>
            </a:r>
            <a:br/>
            <a:r>
              <a:t>依</a:t>
            </a:r>
            <a:br/>
            <a:r>
              <a:t>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urtyard_native_mast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Frosted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solidFill>
            <a:srgbClr val="FFFFFF">
              <a:alpha val="2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FanRib1"/>
          <p:cNvSpPr/>
          <p:nvPr/>
        </p:nvSpPr>
        <p:spPr>
          <a:xfrm rot="17970000">
            <a:off x="6858000" y="3456432"/>
            <a:ext cx="4114800" cy="36576"/>
          </a:xfrm>
          <a:prstGeom prst="rect">
            <a:avLst/>
          </a:prstGeom>
          <a:solidFill>
            <a:srgbClr val="96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FanRib2"/>
          <p:cNvSpPr/>
          <p:nvPr/>
        </p:nvSpPr>
        <p:spPr>
          <a:xfrm rot="19740000">
            <a:off x="6858000" y="3456432"/>
            <a:ext cx="4114800" cy="36576"/>
          </a:xfrm>
          <a:prstGeom prst="rect">
            <a:avLst/>
          </a:prstGeom>
          <a:solidFill>
            <a:srgbClr val="96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FanRib3"/>
          <p:cNvSpPr/>
          <p:nvPr/>
        </p:nvSpPr>
        <p:spPr>
          <a:xfrm rot="21510000">
            <a:off x="6858000" y="3456432"/>
            <a:ext cx="4114800" cy="36576"/>
          </a:xfrm>
          <a:prstGeom prst="rect">
            <a:avLst/>
          </a:prstGeom>
          <a:solidFill>
            <a:srgbClr val="96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FanRib4"/>
          <p:cNvSpPr/>
          <p:nvPr/>
        </p:nvSpPr>
        <p:spPr>
          <a:xfrm rot="1680000">
            <a:off x="6858000" y="3456432"/>
            <a:ext cx="4114800" cy="36576"/>
          </a:xfrm>
          <a:prstGeom prst="rect">
            <a:avLst/>
          </a:prstGeom>
          <a:solidFill>
            <a:srgbClr val="96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anRib5"/>
          <p:cNvSpPr/>
          <p:nvPr/>
        </p:nvSpPr>
        <p:spPr>
          <a:xfrm rot="3450000">
            <a:off x="6858000" y="3456432"/>
            <a:ext cx="4114800" cy="36576"/>
          </a:xfrm>
          <a:prstGeom prst="rect">
            <a:avLst/>
          </a:prstGeom>
          <a:solidFill>
            <a:srgbClr val="96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anRib6"/>
          <p:cNvSpPr/>
          <p:nvPr/>
        </p:nvSpPr>
        <p:spPr>
          <a:xfrm rot="5220000">
            <a:off x="6858000" y="3456432"/>
            <a:ext cx="4114800" cy="36576"/>
          </a:xfrm>
          <a:prstGeom prst="rect">
            <a:avLst/>
          </a:prstGeom>
          <a:solidFill>
            <a:srgbClr val="96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anBlade1"/>
          <p:cNvSpPr/>
          <p:nvPr/>
        </p:nvSpPr>
        <p:spPr>
          <a:xfrm rot="17160000">
            <a:off x="2743200" y="-640080"/>
            <a:ext cx="8229600" cy="8229600"/>
          </a:xfrm>
          <a:prstGeom prst="blockArc">
            <a:avLst>
              <a:gd name="adj1" fmla="val 0"/>
              <a:gd name="adj2" fmla="val 2700000"/>
              <a:gd name="adj3" fmla="val 32000"/>
            </a:avLst>
          </a:prstGeom>
          <a:ln w="9525">
            <a:solidFill>
              <a:srgbClr val="D2B478"/>
            </a:solidFill>
          </a:ln>
          <a:gradFill flip="none" rotWithShape="1">
            <a:gsLst>
              <a:gs pos="0">
                <a:srgbClr val="B8D4A4">
                  <a:alpha val="88000"/>
                </a:srgbClr>
              </a:gs>
              <a:gs pos="45000">
                <a:srgbClr val="78A365">
                  <a:alpha val="82000"/>
                </a:srgbClr>
              </a:gs>
              <a:gs pos="100000">
                <a:srgbClr val="36522E">
                  <a:alpha val="92000"/>
                </a:srgbClr>
              </a:gs>
            </a:gsLst>
            <a:lin ang="54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anBlade2"/>
          <p:cNvSpPr/>
          <p:nvPr/>
        </p:nvSpPr>
        <p:spPr>
          <a:xfrm rot="18930000">
            <a:off x="2743200" y="-640080"/>
            <a:ext cx="8229600" cy="8229600"/>
          </a:xfrm>
          <a:prstGeom prst="blockArc">
            <a:avLst>
              <a:gd name="adj1" fmla="val 0"/>
              <a:gd name="adj2" fmla="val 2700000"/>
              <a:gd name="adj3" fmla="val 32000"/>
            </a:avLst>
          </a:prstGeom>
          <a:ln w="9525">
            <a:solidFill>
              <a:srgbClr val="D2B478"/>
            </a:solidFill>
          </a:ln>
          <a:gradFill flip="none" rotWithShape="1">
            <a:gsLst>
              <a:gs pos="0">
                <a:srgbClr val="B8D4A4">
                  <a:alpha val="88000"/>
                </a:srgbClr>
              </a:gs>
              <a:gs pos="45000">
                <a:srgbClr val="78A365">
                  <a:alpha val="82000"/>
                </a:srgbClr>
              </a:gs>
              <a:gs pos="100000">
                <a:srgbClr val="36522E">
                  <a:alpha val="92000"/>
                </a:srgbClr>
              </a:gs>
            </a:gsLst>
            <a:lin ang="54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FanBlade3"/>
          <p:cNvSpPr/>
          <p:nvPr/>
        </p:nvSpPr>
        <p:spPr>
          <a:xfrm rot="20700000">
            <a:off x="2743200" y="-640080"/>
            <a:ext cx="8229600" cy="8229600"/>
          </a:xfrm>
          <a:prstGeom prst="blockArc">
            <a:avLst>
              <a:gd name="adj1" fmla="val 0"/>
              <a:gd name="adj2" fmla="val 2700000"/>
              <a:gd name="adj3" fmla="val 32000"/>
            </a:avLst>
          </a:prstGeom>
          <a:ln w="9525">
            <a:solidFill>
              <a:srgbClr val="D2B478"/>
            </a:solidFill>
          </a:ln>
          <a:gradFill flip="none" rotWithShape="1">
            <a:gsLst>
              <a:gs pos="0">
                <a:srgbClr val="B8D4A4">
                  <a:alpha val="88000"/>
                </a:srgbClr>
              </a:gs>
              <a:gs pos="45000">
                <a:srgbClr val="78A365">
                  <a:alpha val="82000"/>
                </a:srgbClr>
              </a:gs>
              <a:gs pos="100000">
                <a:srgbClr val="36522E">
                  <a:alpha val="92000"/>
                </a:srgbClr>
              </a:gs>
            </a:gsLst>
            <a:lin ang="54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anBlade4"/>
          <p:cNvSpPr/>
          <p:nvPr/>
        </p:nvSpPr>
        <p:spPr>
          <a:xfrm rot="870000">
            <a:off x="2743200" y="-640080"/>
            <a:ext cx="8229600" cy="8229600"/>
          </a:xfrm>
          <a:prstGeom prst="blockArc">
            <a:avLst>
              <a:gd name="adj1" fmla="val 0"/>
              <a:gd name="adj2" fmla="val 2700000"/>
              <a:gd name="adj3" fmla="val 32000"/>
            </a:avLst>
          </a:prstGeom>
          <a:ln w="9525">
            <a:solidFill>
              <a:srgbClr val="D2B478"/>
            </a:solidFill>
          </a:ln>
          <a:gradFill flip="none" rotWithShape="1">
            <a:gsLst>
              <a:gs pos="0">
                <a:srgbClr val="B8D4A4">
                  <a:alpha val="88000"/>
                </a:srgbClr>
              </a:gs>
              <a:gs pos="45000">
                <a:srgbClr val="78A365">
                  <a:alpha val="82000"/>
                </a:srgbClr>
              </a:gs>
              <a:gs pos="100000">
                <a:srgbClr val="36522E">
                  <a:alpha val="92000"/>
                </a:srgbClr>
              </a:gs>
            </a:gsLst>
            <a:lin ang="54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anBlade5"/>
          <p:cNvSpPr/>
          <p:nvPr/>
        </p:nvSpPr>
        <p:spPr>
          <a:xfrm rot="2640000">
            <a:off x="2743200" y="-640080"/>
            <a:ext cx="8229600" cy="8229600"/>
          </a:xfrm>
          <a:prstGeom prst="blockArc">
            <a:avLst>
              <a:gd name="adj1" fmla="val 0"/>
              <a:gd name="adj2" fmla="val 2700000"/>
              <a:gd name="adj3" fmla="val 32000"/>
            </a:avLst>
          </a:prstGeom>
          <a:ln w="9525">
            <a:solidFill>
              <a:srgbClr val="D2B478"/>
            </a:solidFill>
          </a:ln>
          <a:gradFill flip="none" rotWithShape="1">
            <a:gsLst>
              <a:gs pos="0">
                <a:srgbClr val="B8D4A4">
                  <a:alpha val="88000"/>
                </a:srgbClr>
              </a:gs>
              <a:gs pos="45000">
                <a:srgbClr val="78A365">
                  <a:alpha val="82000"/>
                </a:srgbClr>
              </a:gs>
              <a:gs pos="100000">
                <a:srgbClr val="36522E">
                  <a:alpha val="92000"/>
                </a:srgbClr>
              </a:gs>
            </a:gsLst>
            <a:lin ang="54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FanBlade6"/>
          <p:cNvSpPr/>
          <p:nvPr/>
        </p:nvSpPr>
        <p:spPr>
          <a:xfrm rot="4410000">
            <a:off x="2743200" y="-640080"/>
            <a:ext cx="8229600" cy="8229600"/>
          </a:xfrm>
          <a:prstGeom prst="blockArc">
            <a:avLst>
              <a:gd name="adj1" fmla="val 0"/>
              <a:gd name="adj2" fmla="val 2700000"/>
              <a:gd name="adj3" fmla="val 32000"/>
            </a:avLst>
          </a:prstGeom>
          <a:ln w="9525">
            <a:solidFill>
              <a:srgbClr val="D2B478"/>
            </a:solidFill>
          </a:ln>
          <a:gradFill flip="none" rotWithShape="1">
            <a:gsLst>
              <a:gs pos="0">
                <a:srgbClr val="B8D4A4">
                  <a:alpha val="88000"/>
                </a:srgbClr>
              </a:gs>
              <a:gs pos="45000">
                <a:srgbClr val="78A365">
                  <a:alpha val="82000"/>
                </a:srgbClr>
              </a:gs>
              <a:gs pos="100000">
                <a:srgbClr val="36522E">
                  <a:alpha val="92000"/>
                </a:srgbClr>
              </a:gs>
            </a:gsLst>
            <a:lin ang="54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JadeRing"/>
          <p:cNvSpPr/>
          <p:nvPr/>
        </p:nvSpPr>
        <p:spPr>
          <a:xfrm>
            <a:off x="6492240" y="3108960"/>
            <a:ext cx="731520" cy="731520"/>
          </a:xfrm>
          <a:prstGeom prst="ellipse">
            <a:avLst/>
          </a:prstGeom>
          <a:solidFill>
            <a:srgbClr val="F0F8F0"/>
          </a:solidFill>
          <a:ln w="19050">
            <a:solidFill>
              <a:srgbClr val="D2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GoldRing"/>
          <p:cNvSpPr/>
          <p:nvPr/>
        </p:nvSpPr>
        <p:spPr>
          <a:xfrm>
            <a:off x="6656832" y="3273552"/>
            <a:ext cx="402336" cy="402336"/>
          </a:xfrm>
          <a:prstGeom prst="ellipse">
            <a:avLst/>
          </a:prstGeom>
          <a:solidFill>
            <a:srgbClr val="C8A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CoreJade"/>
          <p:cNvSpPr/>
          <p:nvPr/>
        </p:nvSpPr>
        <p:spPr>
          <a:xfrm>
            <a:off x="6748272" y="3364992"/>
            <a:ext cx="219456" cy="219456"/>
          </a:xfrm>
          <a:prstGeom prst="ellipse">
            <a:avLst/>
          </a:prstGeom>
          <a:solidFill>
            <a:srgbClr val="233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MainTitle"/>
          <p:cNvSpPr txBox="1"/>
          <p:nvPr/>
        </p:nvSpPr>
        <p:spPr>
          <a:xfrm>
            <a:off x="3200400" y="54864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62314"/>
                </a:solidFill>
              </a:defRPr>
            </a:pPr>
            <a:r>
              <a:t>雨   霖   铃</a:t>
            </a:r>
          </a:p>
        </p:txBody>
      </p:sp>
      <p:sp>
        <p:nvSpPr>
          <p:cNvPr id="20" name="!!Seal"/>
          <p:cNvSpPr/>
          <p:nvPr/>
        </p:nvSpPr>
        <p:spPr>
          <a:xfrm>
            <a:off x="8961120" y="777240"/>
            <a:ext cx="594360" cy="594360"/>
          </a:xfrm>
          <a:prstGeom prst="roundRect">
            <a:avLst/>
          </a:prstGeom>
          <a:solidFill>
            <a:srgbClr val="A52A26"/>
          </a:solidFill>
          <a:ln w="12700">
            <a:solidFill>
              <a:srgbClr val="DC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柳永</a:t>
            </a:r>
          </a:p>
        </p:txBody>
      </p:sp>
      <p:sp>
        <p:nvSpPr>
          <p:cNvPr id="21" name="!!PoemCol0"/>
          <p:cNvSpPr txBox="1"/>
          <p:nvPr/>
        </p:nvSpPr>
        <p:spPr>
          <a:xfrm>
            <a:off x="2377440" y="1920240"/>
            <a:ext cx="347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3A5034"/>
                </a:solidFill>
              </a:defRPr>
            </a:pPr>
            <a:r>
              <a:t>昨</a:t>
            </a:r>
            <a:br/>
            <a:r>
              <a:t>夜</a:t>
            </a:r>
            <a:br/>
            <a:r>
              <a:t>疏</a:t>
            </a:r>
            <a:br/>
            <a:r>
              <a:t>风</a:t>
            </a:r>
            <a:br/>
            <a:r>
              <a:t>骤</a:t>
            </a:r>
            <a:br/>
            <a:r>
              <a:t>雨</a:t>
            </a:r>
          </a:p>
        </p:txBody>
      </p:sp>
      <p:sp>
        <p:nvSpPr>
          <p:cNvPr id="22" name="!!PoemCol1"/>
          <p:cNvSpPr txBox="1"/>
          <p:nvPr/>
        </p:nvSpPr>
        <p:spPr>
          <a:xfrm>
            <a:off x="1920240" y="1920240"/>
            <a:ext cx="347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3A5034"/>
                </a:solidFill>
              </a:defRPr>
            </a:pPr>
            <a:r>
              <a:t>浓</a:t>
            </a:r>
            <a:br/>
            <a:r>
              <a:t>睡</a:t>
            </a:r>
            <a:br/>
            <a:r>
              <a:t>不</a:t>
            </a:r>
            <a:br/>
            <a:r>
              <a:t>消</a:t>
            </a:r>
            <a:br/>
            <a:r>
              <a:t>残</a:t>
            </a:r>
            <a:br/>
            <a:r>
              <a:t>酒</a:t>
            </a:r>
          </a:p>
        </p:txBody>
      </p:sp>
      <p:sp>
        <p:nvSpPr>
          <p:cNvPr id="23" name="!!PoemCol2"/>
          <p:cNvSpPr txBox="1"/>
          <p:nvPr/>
        </p:nvSpPr>
        <p:spPr>
          <a:xfrm>
            <a:off x="1463040" y="1920240"/>
            <a:ext cx="347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3A5034"/>
                </a:solidFill>
              </a:defRPr>
            </a:pPr>
            <a:r>
              <a:t>试</a:t>
            </a:r>
            <a:br/>
            <a:r>
              <a:t>问</a:t>
            </a:r>
            <a:br/>
            <a:r>
              <a:t>卷</a:t>
            </a:r>
            <a:br/>
            <a:r>
              <a:t>帘</a:t>
            </a:r>
            <a:br/>
            <a:r>
              <a:t>之</a:t>
            </a:r>
            <a:br/>
            <a:r>
              <a:t>人</a:t>
            </a:r>
          </a:p>
        </p:txBody>
      </p:sp>
      <p:sp>
        <p:nvSpPr>
          <p:cNvPr id="24" name="!!PoemCol3"/>
          <p:cNvSpPr txBox="1"/>
          <p:nvPr/>
        </p:nvSpPr>
        <p:spPr>
          <a:xfrm>
            <a:off x="1005840" y="1920240"/>
            <a:ext cx="347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3A5034"/>
                </a:solidFill>
              </a:defRPr>
            </a:pPr>
            <a:r>
              <a:t>却</a:t>
            </a:r>
            <a:br/>
            <a:r>
              <a:t>道</a:t>
            </a:r>
            <a:br/>
            <a:r>
              <a:t>海</a:t>
            </a:r>
            <a:br/>
            <a:r>
              <a:t>棠</a:t>
            </a:r>
            <a:br/>
            <a:r>
              <a:t>依</a:t>
            </a:r>
            <a:br/>
            <a:r>
              <a:t>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
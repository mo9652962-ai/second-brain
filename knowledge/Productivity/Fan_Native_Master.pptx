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uthentic_fan_bg_h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osted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solidFill>
            <a:srgbClr val="FFFFFF">
              <a:alpha val="35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FanRib1"/>
          <p:cNvSpPr/>
          <p:nvPr/>
        </p:nvSpPr>
        <p:spPr>
          <a:xfrm rot="1424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5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FanRib2"/>
          <p:cNvSpPr/>
          <p:nvPr/>
        </p:nvSpPr>
        <p:spPr>
          <a:xfrm rot="1424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5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FanRib3"/>
          <p:cNvSpPr/>
          <p:nvPr/>
        </p:nvSpPr>
        <p:spPr>
          <a:xfrm rot="1424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5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FanRib4"/>
          <p:cNvSpPr/>
          <p:nvPr/>
        </p:nvSpPr>
        <p:spPr>
          <a:xfrm rot="1424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5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FanRib5"/>
          <p:cNvSpPr/>
          <p:nvPr/>
        </p:nvSpPr>
        <p:spPr>
          <a:xfrm rot="1424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5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anRib6"/>
          <p:cNvSpPr/>
          <p:nvPr/>
        </p:nvSpPr>
        <p:spPr>
          <a:xfrm rot="1424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5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anGuardLeft"/>
          <p:cNvSpPr/>
          <p:nvPr/>
        </p:nvSpPr>
        <p:spPr>
          <a:xfrm rot="13464000">
            <a:off x="3291840" y="182880"/>
            <a:ext cx="10241280" cy="10241280"/>
          </a:xfrm>
          <a:prstGeom prst="pie">
            <a:avLst>
              <a:gd name="adj1" fmla="val 0"/>
              <a:gd name="adj2" fmla="val 120000"/>
            </a:avLst>
          </a:prstGeom>
          <a:solidFill>
            <a:srgbClr val="7D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anGuardRight"/>
          <p:cNvSpPr/>
          <p:nvPr/>
        </p:nvSpPr>
        <p:spPr>
          <a:xfrm rot="14994000">
            <a:off x="3291840" y="182880"/>
            <a:ext cx="10241280" cy="10241280"/>
          </a:xfrm>
          <a:prstGeom prst="pie">
            <a:avLst>
              <a:gd name="adj1" fmla="val 0"/>
              <a:gd name="adj2" fmla="val 120000"/>
            </a:avLst>
          </a:prstGeom>
          <a:solidFill>
            <a:srgbClr val="7D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anBlade1"/>
          <p:cNvSpPr/>
          <p:nvPr/>
        </p:nvSpPr>
        <p:spPr>
          <a:xfrm rot="1350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softEdge rad="15000"/>
            <a:outerShdw blurRad="63500" dist="0" dir="0" algn="ctr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anBlade2"/>
          <p:cNvSpPr/>
          <p:nvPr/>
        </p:nvSpPr>
        <p:spPr>
          <a:xfrm rot="1350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softEdge rad="15000"/>
            <a:outerShdw blurRad="63500" dist="0" dir="0" algn="ctr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anBlade3"/>
          <p:cNvSpPr/>
          <p:nvPr/>
        </p:nvSpPr>
        <p:spPr>
          <a:xfrm rot="1350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softEdge rad="15000"/>
            <a:outerShdw blurRad="63500" dist="0" dir="0" algn="ctr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anBlade4"/>
          <p:cNvSpPr/>
          <p:nvPr/>
        </p:nvSpPr>
        <p:spPr>
          <a:xfrm rot="1350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softEdge rad="15000"/>
            <a:outerShdw blurRad="63500" dist="0" dir="0" algn="ctr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anBlade5"/>
          <p:cNvSpPr/>
          <p:nvPr/>
        </p:nvSpPr>
        <p:spPr>
          <a:xfrm rot="1350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softEdge rad="15000"/>
            <a:outerShdw blurRad="63500" dist="0" dir="0" algn="ctr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anBlade6"/>
          <p:cNvSpPr/>
          <p:nvPr/>
        </p:nvSpPr>
        <p:spPr>
          <a:xfrm rot="1350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softEdge rad="15000"/>
            <a:outerShdw blurRad="63500" dist="0" dir="0" algn="ctr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JadeRing"/>
          <p:cNvSpPr/>
          <p:nvPr/>
        </p:nvSpPr>
        <p:spPr>
          <a:xfrm>
            <a:off x="8028432" y="4919472"/>
            <a:ext cx="768096" cy="768096"/>
          </a:xfrm>
          <a:prstGeom prst="ellipse">
            <a:avLst/>
          </a:prstGeom>
          <a:solidFill>
            <a:srgbClr val="F2F8F2"/>
          </a:solidFill>
          <a:ln w="19050">
            <a:solidFill>
              <a:srgbClr val="D7B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GoldRing"/>
          <p:cNvSpPr/>
          <p:nvPr/>
        </p:nvSpPr>
        <p:spPr>
          <a:xfrm>
            <a:off x="8193024" y="5084064"/>
            <a:ext cx="438912" cy="438912"/>
          </a:xfrm>
          <a:prstGeom prst="ellipse">
            <a:avLst/>
          </a:prstGeom>
          <a:solidFill>
            <a:srgbClr val="CDA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CoreJade"/>
          <p:cNvSpPr/>
          <p:nvPr/>
        </p:nvSpPr>
        <p:spPr>
          <a:xfrm>
            <a:off x="8293608" y="5184648"/>
            <a:ext cx="237744" cy="237744"/>
          </a:xfrm>
          <a:prstGeom prst="ellipse">
            <a:avLst/>
          </a:prstGeom>
          <a:solidFill>
            <a:srgbClr val="223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ainTitle"/>
          <p:cNvSpPr txBox="1"/>
          <p:nvPr/>
        </p:nvSpPr>
        <p:spPr>
          <a:xfrm>
            <a:off x="1097280" y="-2377440"/>
            <a:ext cx="4572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142012"/>
                </a:solidFill>
              </a:defRPr>
            </a:pPr>
            <a:r>
              <a:t>雨   霖   铃</a:t>
            </a:r>
          </a:p>
        </p:txBody>
      </p:sp>
      <p:sp>
        <p:nvSpPr>
          <p:cNvPr id="22" name="!!Seal"/>
          <p:cNvSpPr/>
          <p:nvPr/>
        </p:nvSpPr>
        <p:spPr>
          <a:xfrm>
            <a:off x="5029200" y="-2194560"/>
            <a:ext cx="621792" cy="621792"/>
          </a:xfrm>
          <a:prstGeom prst="roundRect">
            <a:avLst/>
          </a:prstGeom>
          <a:solidFill>
            <a:srgbClr val="A82824"/>
          </a:solidFill>
          <a:ln w="12700">
            <a:solidFill>
              <a:srgbClr val="DCB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柳永</a:t>
            </a:r>
          </a:p>
        </p:txBody>
      </p:sp>
      <p:sp>
        <p:nvSpPr>
          <p:cNvPr id="23" name="!!SubTitle"/>
          <p:cNvSpPr txBox="1"/>
          <p:nvPr/>
        </p:nvSpPr>
        <p:spPr>
          <a:xfrm>
            <a:off x="1097280" y="-1371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65F41"/>
                </a:solidFill>
              </a:defRPr>
            </a:pPr>
            <a:r>
              <a:t>北宋 · 柳永  ｜  秋蝉凄清 · 骤雨初歇 · 晓风残月</a:t>
            </a:r>
          </a:p>
        </p:txBody>
      </p:sp>
      <p:sp>
        <p:nvSpPr>
          <p:cNvPr id="24" name="!!PoemCol0"/>
          <p:cNvSpPr txBox="1"/>
          <p:nvPr/>
        </p:nvSpPr>
        <p:spPr>
          <a:xfrm>
            <a:off x="12801600" y="274320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0442C"/>
                </a:solidFill>
              </a:defRPr>
            </a:pPr>
            <a:r>
              <a:t>寒</a:t>
            </a:r>
            <a:br/>
            <a:r>
              <a:t>蝉</a:t>
            </a:r>
            <a:br/>
            <a:r>
              <a:t>凄</a:t>
            </a:r>
            <a:br/>
            <a:r>
              <a:t>切</a:t>
            </a:r>
            <a:br/>
            <a:r>
              <a:t>骤</a:t>
            </a:r>
            <a:br/>
            <a:r>
              <a:t>雨</a:t>
            </a:r>
            <a:br/>
            <a:r>
              <a:t>歇</a:t>
            </a:r>
          </a:p>
        </p:txBody>
      </p:sp>
      <p:sp>
        <p:nvSpPr>
          <p:cNvPr id="25" name="!!PoemCol1"/>
          <p:cNvSpPr txBox="1"/>
          <p:nvPr/>
        </p:nvSpPr>
        <p:spPr>
          <a:xfrm>
            <a:off x="13258800" y="274320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0442C"/>
                </a:solidFill>
              </a:defRPr>
            </a:pPr>
            <a:r>
              <a:t>多</a:t>
            </a:r>
            <a:br/>
            <a:r>
              <a:t>情</a:t>
            </a:r>
            <a:br/>
            <a:r>
              <a:t>自</a:t>
            </a:r>
            <a:br/>
            <a:r>
              <a:t>古</a:t>
            </a:r>
            <a:br/>
            <a:r>
              <a:t>伤</a:t>
            </a:r>
            <a:br/>
            <a:r>
              <a:t>离</a:t>
            </a:r>
            <a:br/>
            <a:r>
              <a:t>别</a:t>
            </a:r>
          </a:p>
        </p:txBody>
      </p:sp>
      <p:sp>
        <p:nvSpPr>
          <p:cNvPr id="26" name="!!PoemCol2"/>
          <p:cNvSpPr txBox="1"/>
          <p:nvPr/>
        </p:nvSpPr>
        <p:spPr>
          <a:xfrm>
            <a:off x="13716000" y="274320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0442C"/>
                </a:solidFill>
              </a:defRPr>
            </a:pPr>
            <a:r>
              <a:t>今</a:t>
            </a:r>
            <a:br/>
            <a:r>
              <a:t>宵</a:t>
            </a:r>
            <a:br/>
            <a:r>
              <a:t>酒</a:t>
            </a:r>
            <a:br/>
            <a:r>
              <a:t>醒</a:t>
            </a:r>
            <a:br/>
            <a:r>
              <a:t>杨</a:t>
            </a:r>
            <a:br/>
            <a:r>
              <a:t>柳</a:t>
            </a:r>
            <a:br/>
            <a:r>
              <a:t>岸</a:t>
            </a:r>
          </a:p>
        </p:txBody>
      </p:sp>
      <p:sp>
        <p:nvSpPr>
          <p:cNvPr id="27" name="!!PoemCol3"/>
          <p:cNvSpPr txBox="1"/>
          <p:nvPr/>
        </p:nvSpPr>
        <p:spPr>
          <a:xfrm>
            <a:off x="14173200" y="274320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0442C"/>
                </a:solidFill>
              </a:defRPr>
            </a:pPr>
            <a:r>
              <a:t>便</a:t>
            </a:r>
            <a:br/>
            <a:r>
              <a:t>纵</a:t>
            </a:r>
            <a:br/>
            <a:r>
              <a:t>风</a:t>
            </a:r>
            <a:br/>
            <a:r>
              <a:t>情</a:t>
            </a:r>
            <a:br/>
            <a:r>
              <a:t>更</a:t>
            </a:r>
            <a:br/>
            <a:r>
              <a:t>与</a:t>
            </a:r>
            <a:br/>
            <a:r>
              <a:t>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uthentic_fan_bg_h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osted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solidFill>
            <a:srgbClr val="FFFFFF">
              <a:alpha val="35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FanRib1"/>
          <p:cNvSpPr/>
          <p:nvPr/>
        </p:nvSpPr>
        <p:spPr>
          <a:xfrm rot="1424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5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FanRib2"/>
          <p:cNvSpPr/>
          <p:nvPr/>
        </p:nvSpPr>
        <p:spPr>
          <a:xfrm rot="1595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5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FanRib3"/>
          <p:cNvSpPr/>
          <p:nvPr/>
        </p:nvSpPr>
        <p:spPr>
          <a:xfrm rot="1766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5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FanRib4"/>
          <p:cNvSpPr/>
          <p:nvPr/>
        </p:nvSpPr>
        <p:spPr>
          <a:xfrm rot="1937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5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FanRib5"/>
          <p:cNvSpPr/>
          <p:nvPr/>
        </p:nvSpPr>
        <p:spPr>
          <a:xfrm rot="2108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5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anRib6"/>
          <p:cNvSpPr/>
          <p:nvPr/>
        </p:nvSpPr>
        <p:spPr>
          <a:xfrm rot="1191000">
            <a:off x="3291840" y="182880"/>
            <a:ext cx="10241280" cy="10241280"/>
          </a:xfrm>
          <a:prstGeom prst="pie">
            <a:avLst>
              <a:gd name="adj1" fmla="val 0"/>
              <a:gd name="adj2" fmla="val 80000"/>
            </a:avLst>
          </a:prstGeom>
          <a:solidFill>
            <a:srgbClr val="A58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anGuardLeft"/>
          <p:cNvSpPr/>
          <p:nvPr/>
        </p:nvSpPr>
        <p:spPr>
          <a:xfrm rot="13464000">
            <a:off x="3291840" y="182880"/>
            <a:ext cx="10241280" cy="10241280"/>
          </a:xfrm>
          <a:prstGeom prst="pie">
            <a:avLst>
              <a:gd name="adj1" fmla="val 0"/>
              <a:gd name="adj2" fmla="val 120000"/>
            </a:avLst>
          </a:prstGeom>
          <a:solidFill>
            <a:srgbClr val="7D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anGuardRight"/>
          <p:cNvSpPr/>
          <p:nvPr/>
        </p:nvSpPr>
        <p:spPr>
          <a:xfrm rot="1944000">
            <a:off x="3291840" y="182880"/>
            <a:ext cx="10241280" cy="10241280"/>
          </a:xfrm>
          <a:prstGeom prst="pie">
            <a:avLst>
              <a:gd name="adj1" fmla="val 0"/>
              <a:gd name="adj2" fmla="val 120000"/>
            </a:avLst>
          </a:prstGeom>
          <a:solidFill>
            <a:srgbClr val="7D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anBlade1"/>
          <p:cNvSpPr/>
          <p:nvPr/>
        </p:nvSpPr>
        <p:spPr>
          <a:xfrm rot="1350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softEdge rad="15000"/>
            <a:outerShdw blurRad="63500" dist="0" dir="0" algn="ctr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anBlade2"/>
          <p:cNvSpPr/>
          <p:nvPr/>
        </p:nvSpPr>
        <p:spPr>
          <a:xfrm rot="1521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softEdge rad="15000"/>
            <a:outerShdw blurRad="63500" dist="0" dir="0" algn="ctr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anBlade3"/>
          <p:cNvSpPr/>
          <p:nvPr/>
        </p:nvSpPr>
        <p:spPr>
          <a:xfrm rot="1692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softEdge rad="15000"/>
            <a:outerShdw blurRad="63500" dist="0" dir="0" algn="ctr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anBlade4"/>
          <p:cNvSpPr/>
          <p:nvPr/>
        </p:nvSpPr>
        <p:spPr>
          <a:xfrm rot="1863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softEdge rad="15000"/>
            <a:outerShdw blurRad="63500" dist="0" dir="0" algn="ctr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anBlade5"/>
          <p:cNvSpPr/>
          <p:nvPr/>
        </p:nvSpPr>
        <p:spPr>
          <a:xfrm rot="2034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softEdge rad="15000"/>
            <a:outerShdw blurRad="63500" dist="0" dir="0" algn="ctr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anBlade6"/>
          <p:cNvSpPr/>
          <p:nvPr/>
        </p:nvSpPr>
        <p:spPr>
          <a:xfrm rot="450000">
            <a:off x="3291840" y="182880"/>
            <a:ext cx="10241280" cy="1024128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/>
            </a:stretch>
          </a:blipFill>
          <a:effectLst>
            <a:softEdge rad="15000"/>
            <a:outerShdw blurRad="63500" dist="0" dir="0" algn="ctr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JadeRing"/>
          <p:cNvSpPr/>
          <p:nvPr/>
        </p:nvSpPr>
        <p:spPr>
          <a:xfrm>
            <a:off x="8028432" y="4919472"/>
            <a:ext cx="768096" cy="768096"/>
          </a:xfrm>
          <a:prstGeom prst="ellipse">
            <a:avLst/>
          </a:prstGeom>
          <a:solidFill>
            <a:srgbClr val="F2F8F2"/>
          </a:solidFill>
          <a:ln w="19050">
            <a:solidFill>
              <a:srgbClr val="D7B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GoldRing"/>
          <p:cNvSpPr/>
          <p:nvPr/>
        </p:nvSpPr>
        <p:spPr>
          <a:xfrm>
            <a:off x="8193024" y="5084064"/>
            <a:ext cx="438912" cy="438912"/>
          </a:xfrm>
          <a:prstGeom prst="ellipse">
            <a:avLst/>
          </a:prstGeom>
          <a:solidFill>
            <a:srgbClr val="CDA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CoreJade"/>
          <p:cNvSpPr/>
          <p:nvPr/>
        </p:nvSpPr>
        <p:spPr>
          <a:xfrm>
            <a:off x="8293608" y="5184648"/>
            <a:ext cx="237744" cy="237744"/>
          </a:xfrm>
          <a:prstGeom prst="ellipse">
            <a:avLst/>
          </a:prstGeom>
          <a:solidFill>
            <a:srgbClr val="223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ainTitle"/>
          <p:cNvSpPr txBox="1"/>
          <p:nvPr/>
        </p:nvSpPr>
        <p:spPr>
          <a:xfrm>
            <a:off x="1097280" y="777240"/>
            <a:ext cx="4572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142012"/>
                </a:solidFill>
              </a:defRPr>
            </a:pPr>
            <a:r>
              <a:t>雨   霖   铃</a:t>
            </a:r>
          </a:p>
        </p:txBody>
      </p:sp>
      <p:sp>
        <p:nvSpPr>
          <p:cNvPr id="22" name="!!Seal"/>
          <p:cNvSpPr/>
          <p:nvPr/>
        </p:nvSpPr>
        <p:spPr>
          <a:xfrm>
            <a:off x="5029200" y="960120"/>
            <a:ext cx="621792" cy="621792"/>
          </a:xfrm>
          <a:prstGeom prst="roundRect">
            <a:avLst/>
          </a:prstGeom>
          <a:solidFill>
            <a:srgbClr val="A82824"/>
          </a:solidFill>
          <a:ln w="12700">
            <a:solidFill>
              <a:srgbClr val="DCB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柳永</a:t>
            </a:r>
          </a:p>
        </p:txBody>
      </p:sp>
      <p:sp>
        <p:nvSpPr>
          <p:cNvPr id="23" name="!!SubTitle"/>
          <p:cNvSpPr txBox="1"/>
          <p:nvPr/>
        </p:nvSpPr>
        <p:spPr>
          <a:xfrm>
            <a:off x="1097280" y="201168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65F41"/>
                </a:solidFill>
              </a:defRPr>
            </a:pPr>
            <a:r>
              <a:t>北宋 · 柳永  ｜  秋蝉凄清 · 骤雨初歇 · 晓风残月</a:t>
            </a:r>
          </a:p>
        </p:txBody>
      </p:sp>
      <p:sp>
        <p:nvSpPr>
          <p:cNvPr id="24" name="!!PoemCol0"/>
          <p:cNvSpPr txBox="1"/>
          <p:nvPr/>
        </p:nvSpPr>
        <p:spPr>
          <a:xfrm>
            <a:off x="2926080" y="274320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0442C"/>
                </a:solidFill>
              </a:defRPr>
            </a:pPr>
            <a:r>
              <a:t>寒</a:t>
            </a:r>
            <a:br/>
            <a:r>
              <a:t>蝉</a:t>
            </a:r>
            <a:br/>
            <a:r>
              <a:t>凄</a:t>
            </a:r>
            <a:br/>
            <a:r>
              <a:t>切</a:t>
            </a:r>
            <a:br/>
            <a:r>
              <a:t>骤</a:t>
            </a:r>
            <a:br/>
            <a:r>
              <a:t>雨</a:t>
            </a:r>
            <a:br/>
            <a:r>
              <a:t>歇</a:t>
            </a:r>
          </a:p>
        </p:txBody>
      </p:sp>
      <p:sp>
        <p:nvSpPr>
          <p:cNvPr id="25" name="!!PoemCol1"/>
          <p:cNvSpPr txBox="1"/>
          <p:nvPr/>
        </p:nvSpPr>
        <p:spPr>
          <a:xfrm>
            <a:off x="2377440" y="274320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0442C"/>
                </a:solidFill>
              </a:defRPr>
            </a:pPr>
            <a:r>
              <a:t>多</a:t>
            </a:r>
            <a:br/>
            <a:r>
              <a:t>情</a:t>
            </a:r>
            <a:br/>
            <a:r>
              <a:t>自</a:t>
            </a:r>
            <a:br/>
            <a:r>
              <a:t>古</a:t>
            </a:r>
            <a:br/>
            <a:r>
              <a:t>伤</a:t>
            </a:r>
            <a:br/>
            <a:r>
              <a:t>离</a:t>
            </a:r>
            <a:br/>
            <a:r>
              <a:t>别</a:t>
            </a:r>
          </a:p>
        </p:txBody>
      </p:sp>
      <p:sp>
        <p:nvSpPr>
          <p:cNvPr id="26" name="!!PoemCol2"/>
          <p:cNvSpPr txBox="1"/>
          <p:nvPr/>
        </p:nvSpPr>
        <p:spPr>
          <a:xfrm>
            <a:off x="1828800" y="274320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0442C"/>
                </a:solidFill>
              </a:defRPr>
            </a:pPr>
            <a:r>
              <a:t>今</a:t>
            </a:r>
            <a:br/>
            <a:r>
              <a:t>宵</a:t>
            </a:r>
            <a:br/>
            <a:r>
              <a:t>酒</a:t>
            </a:r>
            <a:br/>
            <a:r>
              <a:t>醒</a:t>
            </a:r>
            <a:br/>
            <a:r>
              <a:t>杨</a:t>
            </a:r>
            <a:br/>
            <a:r>
              <a:t>柳</a:t>
            </a:r>
            <a:br/>
            <a:r>
              <a:t>岸</a:t>
            </a:r>
          </a:p>
        </p:txBody>
      </p:sp>
      <p:sp>
        <p:nvSpPr>
          <p:cNvPr id="27" name="!!PoemCol3"/>
          <p:cNvSpPr txBox="1"/>
          <p:nvPr/>
        </p:nvSpPr>
        <p:spPr>
          <a:xfrm>
            <a:off x="1280160" y="274320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0442C"/>
                </a:solidFill>
              </a:defRPr>
            </a:pPr>
            <a:r>
              <a:t>便</a:t>
            </a:r>
            <a:br/>
            <a:r>
              <a:t>纵</a:t>
            </a:r>
            <a:br/>
            <a:r>
              <a:t>风</a:t>
            </a:r>
            <a:br/>
            <a:r>
              <a:t>情</a:t>
            </a:r>
            <a:br/>
            <a:r>
              <a:t>更</a:t>
            </a:r>
            <a:br/>
            <a:r>
              <a:t>与</a:t>
            </a:r>
            <a:br/>
            <a:r>
              <a:t>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>
        <p159:morph option="byObject"/>
      </p:transition>
    </mc:Choice>
    <mc:Fallback>
      <p:transition spd="med" advClick="1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
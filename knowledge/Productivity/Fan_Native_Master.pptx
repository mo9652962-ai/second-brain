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Blade1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Blade2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3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4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5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6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Ring"/>
          <p:cNvSpPr/>
          <p:nvPr/>
        </p:nvSpPr>
        <p:spPr>
          <a:xfrm>
            <a:off x="7662672" y="464515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GoldRing"/>
          <p:cNvSpPr/>
          <p:nvPr/>
        </p:nvSpPr>
        <p:spPr>
          <a:xfrm>
            <a:off x="7827264" y="480974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CoreJade"/>
          <p:cNvSpPr/>
          <p:nvPr/>
        </p:nvSpPr>
        <p:spPr>
          <a:xfrm>
            <a:off x="7927848" y="491032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inTitle"/>
          <p:cNvSpPr txBox="1"/>
          <p:nvPr/>
        </p:nvSpPr>
        <p:spPr>
          <a:xfrm>
            <a:off x="3474720" y="-2377440"/>
            <a:ext cx="5303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0" name="!!Seal"/>
          <p:cNvSpPr/>
          <p:nvPr/>
        </p:nvSpPr>
        <p:spPr>
          <a:xfrm>
            <a:off x="8961120" y="-210312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1" name="!!PoemCol0"/>
          <p:cNvSpPr txBox="1"/>
          <p:nvPr/>
        </p:nvSpPr>
        <p:spPr>
          <a:xfrm>
            <a:off x="128016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2" name="!!PoemCol1"/>
          <p:cNvSpPr txBox="1"/>
          <p:nvPr/>
        </p:nvSpPr>
        <p:spPr>
          <a:xfrm>
            <a:off x="132588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3" name="!!PoemCol2"/>
          <p:cNvSpPr txBox="1"/>
          <p:nvPr/>
        </p:nvSpPr>
        <p:spPr>
          <a:xfrm>
            <a:off x="137160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4" name="!!PoemCol3"/>
          <p:cNvSpPr txBox="1"/>
          <p:nvPr/>
        </p:nvSpPr>
        <p:spPr>
          <a:xfrm>
            <a:off x="141732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6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597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768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939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2110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215000">
            <a:off x="8046720" y="5010912"/>
            <a:ext cx="4937760" cy="36576"/>
          </a:xfrm>
          <a:prstGeom prst="rect">
            <a:avLst/>
          </a:prstGeom>
          <a:solidFill>
            <a:srgbClr val="A0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Blade1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Blade2"/>
          <p:cNvSpPr/>
          <p:nvPr/>
        </p:nvSpPr>
        <p:spPr>
          <a:xfrm rot="1521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3"/>
          <p:cNvSpPr/>
          <p:nvPr/>
        </p:nvSpPr>
        <p:spPr>
          <a:xfrm rot="1692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4"/>
          <p:cNvSpPr/>
          <p:nvPr/>
        </p:nvSpPr>
        <p:spPr>
          <a:xfrm rot="1863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5"/>
          <p:cNvSpPr/>
          <p:nvPr/>
        </p:nvSpPr>
        <p:spPr>
          <a:xfrm rot="2034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6"/>
          <p:cNvSpPr/>
          <p:nvPr/>
        </p:nvSpPr>
        <p:spPr>
          <a:xfrm rot="45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Ring"/>
          <p:cNvSpPr/>
          <p:nvPr/>
        </p:nvSpPr>
        <p:spPr>
          <a:xfrm>
            <a:off x="7662672" y="464515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GoldRing"/>
          <p:cNvSpPr/>
          <p:nvPr/>
        </p:nvSpPr>
        <p:spPr>
          <a:xfrm>
            <a:off x="7827264" y="480974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CoreJade"/>
          <p:cNvSpPr/>
          <p:nvPr/>
        </p:nvSpPr>
        <p:spPr>
          <a:xfrm>
            <a:off x="7927848" y="491032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inTitle"/>
          <p:cNvSpPr txBox="1"/>
          <p:nvPr/>
        </p:nvSpPr>
        <p:spPr>
          <a:xfrm>
            <a:off x="3474720" y="594360"/>
            <a:ext cx="5303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0" name="!!Seal"/>
          <p:cNvSpPr/>
          <p:nvPr/>
        </p:nvSpPr>
        <p:spPr>
          <a:xfrm>
            <a:off x="8961120" y="86868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1" name="!!PoemCol0"/>
          <p:cNvSpPr txBox="1"/>
          <p:nvPr/>
        </p:nvSpPr>
        <p:spPr>
          <a:xfrm>
            <a:off x="292608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2" name="!!PoemCol1"/>
          <p:cNvSpPr txBox="1"/>
          <p:nvPr/>
        </p:nvSpPr>
        <p:spPr>
          <a:xfrm>
            <a:off x="237744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3" name="!!PoemCol2"/>
          <p:cNvSpPr txBox="1"/>
          <p:nvPr/>
        </p:nvSpPr>
        <p:spPr>
          <a:xfrm>
            <a:off x="18288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4" name="!!PoemCol3"/>
          <p:cNvSpPr txBox="1"/>
          <p:nvPr/>
        </p:nvSpPr>
        <p:spPr>
          <a:xfrm>
            <a:off x="128016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
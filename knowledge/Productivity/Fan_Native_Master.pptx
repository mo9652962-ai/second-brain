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urtyard_master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FrostedVeil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solidFill>
            <a:srgbClr val="FFFFFF">
              <a:alpha val="28000"/>
            </a:srgb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FanRib1"/>
          <p:cNvSpPr/>
          <p:nvPr/>
        </p:nvSpPr>
        <p:spPr>
          <a:xfrm rot="14241000">
            <a:off x="3108960" y="91440"/>
            <a:ext cx="9875520" cy="9875520"/>
          </a:xfrm>
          <a:prstGeom prst="pie">
            <a:avLst>
              <a:gd name="adj1" fmla="val 0"/>
              <a:gd name="adj2" fmla="val 80000"/>
            </a:avLst>
          </a:prstGeom>
          <a:solidFill>
            <a:srgbClr val="A07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FanRib2"/>
          <p:cNvSpPr/>
          <p:nvPr/>
        </p:nvSpPr>
        <p:spPr>
          <a:xfrm rot="14241000">
            <a:off x="3108960" y="91440"/>
            <a:ext cx="9875520" cy="9875520"/>
          </a:xfrm>
          <a:prstGeom prst="pie">
            <a:avLst>
              <a:gd name="adj1" fmla="val 0"/>
              <a:gd name="adj2" fmla="val 80000"/>
            </a:avLst>
          </a:prstGeom>
          <a:solidFill>
            <a:srgbClr val="A07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FanRib3"/>
          <p:cNvSpPr/>
          <p:nvPr/>
        </p:nvSpPr>
        <p:spPr>
          <a:xfrm rot="14241000">
            <a:off x="3108960" y="91440"/>
            <a:ext cx="9875520" cy="9875520"/>
          </a:xfrm>
          <a:prstGeom prst="pie">
            <a:avLst>
              <a:gd name="adj1" fmla="val 0"/>
              <a:gd name="adj2" fmla="val 80000"/>
            </a:avLst>
          </a:prstGeom>
          <a:solidFill>
            <a:srgbClr val="A07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FanRib4"/>
          <p:cNvSpPr/>
          <p:nvPr/>
        </p:nvSpPr>
        <p:spPr>
          <a:xfrm rot="14241000">
            <a:off x="3108960" y="91440"/>
            <a:ext cx="9875520" cy="9875520"/>
          </a:xfrm>
          <a:prstGeom prst="pie">
            <a:avLst>
              <a:gd name="adj1" fmla="val 0"/>
              <a:gd name="adj2" fmla="val 80000"/>
            </a:avLst>
          </a:prstGeom>
          <a:solidFill>
            <a:srgbClr val="A07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FanRib5"/>
          <p:cNvSpPr/>
          <p:nvPr/>
        </p:nvSpPr>
        <p:spPr>
          <a:xfrm rot="14241000">
            <a:off x="3108960" y="91440"/>
            <a:ext cx="9875520" cy="9875520"/>
          </a:xfrm>
          <a:prstGeom prst="pie">
            <a:avLst>
              <a:gd name="adj1" fmla="val 0"/>
              <a:gd name="adj2" fmla="val 80000"/>
            </a:avLst>
          </a:prstGeom>
          <a:solidFill>
            <a:srgbClr val="A07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FanRib6"/>
          <p:cNvSpPr/>
          <p:nvPr/>
        </p:nvSpPr>
        <p:spPr>
          <a:xfrm rot="14241000">
            <a:off x="3108960" y="91440"/>
            <a:ext cx="9875520" cy="9875520"/>
          </a:xfrm>
          <a:prstGeom prst="pie">
            <a:avLst>
              <a:gd name="adj1" fmla="val 0"/>
              <a:gd name="adj2" fmla="val 80000"/>
            </a:avLst>
          </a:prstGeom>
          <a:solidFill>
            <a:srgbClr val="A07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FanGuardLeft"/>
          <p:cNvSpPr/>
          <p:nvPr/>
        </p:nvSpPr>
        <p:spPr>
          <a:xfrm rot="13464000">
            <a:off x="3108960" y="91440"/>
            <a:ext cx="9875520" cy="9875520"/>
          </a:xfrm>
          <a:prstGeom prst="pie">
            <a:avLst>
              <a:gd name="adj1" fmla="val 0"/>
              <a:gd name="adj2" fmla="val 120000"/>
            </a:avLst>
          </a:prstGeom>
          <a:solidFill>
            <a:srgbClr val="78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FanGuardRight"/>
          <p:cNvSpPr/>
          <p:nvPr/>
        </p:nvSpPr>
        <p:spPr>
          <a:xfrm rot="14994000">
            <a:off x="3108960" y="91440"/>
            <a:ext cx="9875520" cy="9875520"/>
          </a:xfrm>
          <a:prstGeom prst="pie">
            <a:avLst>
              <a:gd name="adj1" fmla="val 0"/>
              <a:gd name="adj2" fmla="val 120000"/>
            </a:avLst>
          </a:prstGeom>
          <a:solidFill>
            <a:srgbClr val="78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FanBlade1"/>
          <p:cNvSpPr/>
          <p:nvPr/>
        </p:nvSpPr>
        <p:spPr>
          <a:xfrm rot="13500000">
            <a:off x="3108960" y="91440"/>
            <a:ext cx="9875520" cy="9875520"/>
          </a:xfrm>
          <a:prstGeom prst="blockArc">
            <a:avLst>
              <a:gd name="adj1" fmla="val 0"/>
              <a:gd name="adj2" fmla="val 2550000"/>
              <a:gd name="adj3" fmla="val 30000"/>
            </a:avLst>
          </a:prstGeom>
          <a:ln w="9525">
            <a:solidFill>
              <a:srgbClr val="D7B97D"/>
            </a:solidFill>
          </a:ln>
          <a:gradFill flip="none" rotWithShape="1">
            <a:gsLst>
              <a:gs pos="0">
                <a:srgbClr val="B8D4A4">
                  <a:alpha val="88000"/>
                </a:srgbClr>
              </a:gs>
              <a:gs pos="45000">
                <a:srgbClr val="78A365">
                  <a:alpha val="82000"/>
                </a:srgbClr>
              </a:gs>
              <a:gs pos="100000">
                <a:srgbClr val="36522E">
                  <a:alpha val="92000"/>
                </a:srgbClr>
              </a:gs>
            </a:gsLst>
            <a:lin ang="5400000"/>
          </a:gradFill>
          <a:effectLst>
            <a:softEdge rad="25400"/>
            <a:outerShdw blurRad="63500" dist="0" dir="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FanBlade2"/>
          <p:cNvSpPr/>
          <p:nvPr/>
        </p:nvSpPr>
        <p:spPr>
          <a:xfrm rot="13500000">
            <a:off x="3108960" y="91440"/>
            <a:ext cx="9875520" cy="9875520"/>
          </a:xfrm>
          <a:prstGeom prst="blockArc">
            <a:avLst>
              <a:gd name="adj1" fmla="val 0"/>
              <a:gd name="adj2" fmla="val 2550000"/>
              <a:gd name="adj3" fmla="val 30000"/>
            </a:avLst>
          </a:prstGeom>
          <a:ln w="9525">
            <a:solidFill>
              <a:srgbClr val="D7B97D"/>
            </a:solidFill>
          </a:ln>
          <a:gradFill flip="none" rotWithShape="1">
            <a:gsLst>
              <a:gs pos="0">
                <a:srgbClr val="B8D4A4">
                  <a:alpha val="88000"/>
                </a:srgbClr>
              </a:gs>
              <a:gs pos="45000">
                <a:srgbClr val="78A365">
                  <a:alpha val="82000"/>
                </a:srgbClr>
              </a:gs>
              <a:gs pos="100000">
                <a:srgbClr val="36522E">
                  <a:alpha val="92000"/>
                </a:srgbClr>
              </a:gs>
            </a:gsLst>
            <a:lin ang="5400000"/>
          </a:gradFill>
          <a:effectLst>
            <a:softEdge rad="25400"/>
            <a:outerShdw blurRad="63500" dist="0" dir="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FanBlade3"/>
          <p:cNvSpPr/>
          <p:nvPr/>
        </p:nvSpPr>
        <p:spPr>
          <a:xfrm rot="13500000">
            <a:off x="3108960" y="91440"/>
            <a:ext cx="9875520" cy="9875520"/>
          </a:xfrm>
          <a:prstGeom prst="blockArc">
            <a:avLst>
              <a:gd name="adj1" fmla="val 0"/>
              <a:gd name="adj2" fmla="val 2550000"/>
              <a:gd name="adj3" fmla="val 30000"/>
            </a:avLst>
          </a:prstGeom>
          <a:ln w="9525">
            <a:solidFill>
              <a:srgbClr val="D7B97D"/>
            </a:solidFill>
          </a:ln>
          <a:gradFill flip="none" rotWithShape="1">
            <a:gsLst>
              <a:gs pos="0">
                <a:srgbClr val="B8D4A4">
                  <a:alpha val="88000"/>
                </a:srgbClr>
              </a:gs>
              <a:gs pos="45000">
                <a:srgbClr val="78A365">
                  <a:alpha val="82000"/>
                </a:srgbClr>
              </a:gs>
              <a:gs pos="100000">
                <a:srgbClr val="36522E">
                  <a:alpha val="92000"/>
                </a:srgbClr>
              </a:gs>
            </a:gsLst>
            <a:lin ang="5400000"/>
          </a:gradFill>
          <a:effectLst>
            <a:softEdge rad="25400"/>
            <a:outerShdw blurRad="63500" dist="0" dir="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FanBlade4"/>
          <p:cNvSpPr/>
          <p:nvPr/>
        </p:nvSpPr>
        <p:spPr>
          <a:xfrm rot="13500000">
            <a:off x="3108960" y="91440"/>
            <a:ext cx="9875520" cy="9875520"/>
          </a:xfrm>
          <a:prstGeom prst="blockArc">
            <a:avLst>
              <a:gd name="adj1" fmla="val 0"/>
              <a:gd name="adj2" fmla="val 2550000"/>
              <a:gd name="adj3" fmla="val 30000"/>
            </a:avLst>
          </a:prstGeom>
          <a:ln w="9525">
            <a:solidFill>
              <a:srgbClr val="D7B97D"/>
            </a:solidFill>
          </a:ln>
          <a:gradFill flip="none" rotWithShape="1">
            <a:gsLst>
              <a:gs pos="0">
                <a:srgbClr val="B8D4A4">
                  <a:alpha val="88000"/>
                </a:srgbClr>
              </a:gs>
              <a:gs pos="45000">
                <a:srgbClr val="78A365">
                  <a:alpha val="82000"/>
                </a:srgbClr>
              </a:gs>
              <a:gs pos="100000">
                <a:srgbClr val="36522E">
                  <a:alpha val="92000"/>
                </a:srgbClr>
              </a:gs>
            </a:gsLst>
            <a:lin ang="5400000"/>
          </a:gradFill>
          <a:effectLst>
            <a:softEdge rad="25400"/>
            <a:outerShdw blurRad="63500" dist="0" dir="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FanBlade5"/>
          <p:cNvSpPr/>
          <p:nvPr/>
        </p:nvSpPr>
        <p:spPr>
          <a:xfrm rot="13500000">
            <a:off x="3108960" y="91440"/>
            <a:ext cx="9875520" cy="9875520"/>
          </a:xfrm>
          <a:prstGeom prst="blockArc">
            <a:avLst>
              <a:gd name="adj1" fmla="val 0"/>
              <a:gd name="adj2" fmla="val 2550000"/>
              <a:gd name="adj3" fmla="val 30000"/>
            </a:avLst>
          </a:prstGeom>
          <a:ln w="9525">
            <a:solidFill>
              <a:srgbClr val="D7B97D"/>
            </a:solidFill>
          </a:ln>
          <a:gradFill flip="none" rotWithShape="1">
            <a:gsLst>
              <a:gs pos="0">
                <a:srgbClr val="B8D4A4">
                  <a:alpha val="88000"/>
                </a:srgbClr>
              </a:gs>
              <a:gs pos="45000">
                <a:srgbClr val="78A365">
                  <a:alpha val="82000"/>
                </a:srgbClr>
              </a:gs>
              <a:gs pos="100000">
                <a:srgbClr val="36522E">
                  <a:alpha val="92000"/>
                </a:srgbClr>
              </a:gs>
            </a:gsLst>
            <a:lin ang="5400000"/>
          </a:gradFill>
          <a:effectLst>
            <a:softEdge rad="25400"/>
            <a:outerShdw blurRad="63500" dist="0" dir="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FanBlade6"/>
          <p:cNvSpPr/>
          <p:nvPr/>
        </p:nvSpPr>
        <p:spPr>
          <a:xfrm rot="13500000">
            <a:off x="3108960" y="91440"/>
            <a:ext cx="9875520" cy="9875520"/>
          </a:xfrm>
          <a:prstGeom prst="blockArc">
            <a:avLst>
              <a:gd name="adj1" fmla="val 0"/>
              <a:gd name="adj2" fmla="val 2550000"/>
              <a:gd name="adj3" fmla="val 30000"/>
            </a:avLst>
          </a:prstGeom>
          <a:ln w="9525">
            <a:solidFill>
              <a:srgbClr val="D7B97D"/>
            </a:solidFill>
          </a:ln>
          <a:gradFill flip="none" rotWithShape="1">
            <a:gsLst>
              <a:gs pos="0">
                <a:srgbClr val="B8D4A4">
                  <a:alpha val="88000"/>
                </a:srgbClr>
              </a:gs>
              <a:gs pos="45000">
                <a:srgbClr val="78A365">
                  <a:alpha val="82000"/>
                </a:srgbClr>
              </a:gs>
              <a:gs pos="100000">
                <a:srgbClr val="36522E">
                  <a:alpha val="92000"/>
                </a:srgbClr>
              </a:gs>
            </a:gsLst>
            <a:lin ang="5400000"/>
          </a:gradFill>
          <a:effectLst>
            <a:softEdge rad="25400"/>
            <a:outerShdw blurRad="63500" dist="0" dir="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JadeRing"/>
          <p:cNvSpPr/>
          <p:nvPr/>
        </p:nvSpPr>
        <p:spPr>
          <a:xfrm>
            <a:off x="7662672" y="4645152"/>
            <a:ext cx="768096" cy="768096"/>
          </a:xfrm>
          <a:prstGeom prst="ellipse">
            <a:avLst/>
          </a:prstGeom>
          <a:solidFill>
            <a:srgbClr val="F2F8F2"/>
          </a:solidFill>
          <a:ln w="19050">
            <a:solidFill>
              <a:srgbClr val="D7B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GoldRing"/>
          <p:cNvSpPr/>
          <p:nvPr/>
        </p:nvSpPr>
        <p:spPr>
          <a:xfrm>
            <a:off x="7827264" y="4809744"/>
            <a:ext cx="438912" cy="438912"/>
          </a:xfrm>
          <a:prstGeom prst="ellipse">
            <a:avLst/>
          </a:prstGeom>
          <a:solidFill>
            <a:srgbClr val="CDAA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CoreJade"/>
          <p:cNvSpPr/>
          <p:nvPr/>
        </p:nvSpPr>
        <p:spPr>
          <a:xfrm>
            <a:off x="7927848" y="4910328"/>
            <a:ext cx="237744" cy="237744"/>
          </a:xfrm>
          <a:prstGeom prst="ellipse">
            <a:avLst/>
          </a:prstGeom>
          <a:solidFill>
            <a:srgbClr val="223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MainTitle"/>
          <p:cNvSpPr txBox="1"/>
          <p:nvPr/>
        </p:nvSpPr>
        <p:spPr>
          <a:xfrm>
            <a:off x="3474720" y="-2377440"/>
            <a:ext cx="53035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600" b="1">
                <a:solidFill>
                  <a:srgbClr val="142012"/>
                </a:solidFill>
              </a:defRPr>
            </a:pPr>
            <a:r>
              <a:t>雨   霖   铃</a:t>
            </a:r>
          </a:p>
        </p:txBody>
      </p:sp>
      <p:sp>
        <p:nvSpPr>
          <p:cNvPr id="22" name="!!Seal"/>
          <p:cNvSpPr/>
          <p:nvPr/>
        </p:nvSpPr>
        <p:spPr>
          <a:xfrm>
            <a:off x="8961120" y="-2103120"/>
            <a:ext cx="621792" cy="621792"/>
          </a:xfrm>
          <a:prstGeom prst="roundRect">
            <a:avLst/>
          </a:prstGeom>
          <a:solidFill>
            <a:srgbClr val="A82824"/>
          </a:solidFill>
          <a:ln w="12700">
            <a:solidFill>
              <a:srgbClr val="DCB9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柳永</a:t>
            </a:r>
          </a:p>
        </p:txBody>
      </p:sp>
      <p:sp>
        <p:nvSpPr>
          <p:cNvPr id="23" name="!!PoemCol0"/>
          <p:cNvSpPr txBox="1"/>
          <p:nvPr/>
        </p:nvSpPr>
        <p:spPr>
          <a:xfrm>
            <a:off x="12801600" y="2011680"/>
            <a:ext cx="347472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384E32"/>
                </a:solidFill>
              </a:defRPr>
            </a:pPr>
            <a:r>
              <a:t>寒</a:t>
            </a:r>
            <a:br/>
            <a:r>
              <a:t>蝉</a:t>
            </a:r>
            <a:br/>
            <a:r>
              <a:t>凄</a:t>
            </a:r>
            <a:br/>
            <a:r>
              <a:t>切</a:t>
            </a:r>
            <a:br/>
            <a:r>
              <a:t>骤</a:t>
            </a:r>
            <a:br/>
            <a:r>
              <a:t>雨</a:t>
            </a:r>
            <a:br/>
            <a:r>
              <a:t>歇</a:t>
            </a:r>
          </a:p>
        </p:txBody>
      </p:sp>
      <p:sp>
        <p:nvSpPr>
          <p:cNvPr id="24" name="!!PoemCol1"/>
          <p:cNvSpPr txBox="1"/>
          <p:nvPr/>
        </p:nvSpPr>
        <p:spPr>
          <a:xfrm>
            <a:off x="13258800" y="2011680"/>
            <a:ext cx="347472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384E32"/>
                </a:solidFill>
              </a:defRPr>
            </a:pPr>
            <a:r>
              <a:t>多</a:t>
            </a:r>
            <a:br/>
            <a:r>
              <a:t>情</a:t>
            </a:r>
            <a:br/>
            <a:r>
              <a:t>自</a:t>
            </a:r>
            <a:br/>
            <a:r>
              <a:t>古</a:t>
            </a:r>
            <a:br/>
            <a:r>
              <a:t>伤</a:t>
            </a:r>
            <a:br/>
            <a:r>
              <a:t>离</a:t>
            </a:r>
            <a:br/>
            <a:r>
              <a:t>别</a:t>
            </a:r>
          </a:p>
        </p:txBody>
      </p:sp>
      <p:sp>
        <p:nvSpPr>
          <p:cNvPr id="25" name="!!PoemCol2"/>
          <p:cNvSpPr txBox="1"/>
          <p:nvPr/>
        </p:nvSpPr>
        <p:spPr>
          <a:xfrm>
            <a:off x="13716000" y="2011680"/>
            <a:ext cx="347472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384E32"/>
                </a:solidFill>
              </a:defRPr>
            </a:pPr>
            <a:r>
              <a:t>今</a:t>
            </a:r>
            <a:br/>
            <a:r>
              <a:t>宵</a:t>
            </a:r>
            <a:br/>
            <a:r>
              <a:t>酒</a:t>
            </a:r>
            <a:br/>
            <a:r>
              <a:t>醒</a:t>
            </a:r>
            <a:br/>
            <a:r>
              <a:t>杨</a:t>
            </a:r>
            <a:br/>
            <a:r>
              <a:t>柳</a:t>
            </a:r>
            <a:br/>
            <a:r>
              <a:t>岸</a:t>
            </a:r>
          </a:p>
        </p:txBody>
      </p:sp>
      <p:sp>
        <p:nvSpPr>
          <p:cNvPr id="26" name="!!PoemCol3"/>
          <p:cNvSpPr txBox="1"/>
          <p:nvPr/>
        </p:nvSpPr>
        <p:spPr>
          <a:xfrm>
            <a:off x="14173200" y="2011680"/>
            <a:ext cx="347472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384E32"/>
                </a:solidFill>
              </a:defRPr>
            </a:pPr>
            <a:r>
              <a:t>便</a:t>
            </a:r>
            <a:br/>
            <a:r>
              <a:t>纵</a:t>
            </a:r>
            <a:br/>
            <a:r>
              <a:t>风</a:t>
            </a:r>
            <a:br/>
            <a:r>
              <a:t>情</a:t>
            </a:r>
            <a:br/>
            <a:r>
              <a:t>更</a:t>
            </a:r>
            <a:br/>
            <a:r>
              <a:t>与</a:t>
            </a:r>
            <a:br/>
            <a:r>
              <a:t>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urtyard_master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FrostedVeil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solidFill>
            <a:srgbClr val="FFFFFF">
              <a:alpha val="28000"/>
            </a:srgb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FanRib1"/>
          <p:cNvSpPr/>
          <p:nvPr/>
        </p:nvSpPr>
        <p:spPr>
          <a:xfrm rot="14241000">
            <a:off x="3108960" y="91440"/>
            <a:ext cx="9875520" cy="9875520"/>
          </a:xfrm>
          <a:prstGeom prst="pie">
            <a:avLst>
              <a:gd name="adj1" fmla="val 0"/>
              <a:gd name="adj2" fmla="val 80000"/>
            </a:avLst>
          </a:prstGeom>
          <a:solidFill>
            <a:srgbClr val="A07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FanRib2"/>
          <p:cNvSpPr/>
          <p:nvPr/>
        </p:nvSpPr>
        <p:spPr>
          <a:xfrm rot="15951000">
            <a:off x="3108960" y="91440"/>
            <a:ext cx="9875520" cy="9875520"/>
          </a:xfrm>
          <a:prstGeom prst="pie">
            <a:avLst>
              <a:gd name="adj1" fmla="val 0"/>
              <a:gd name="adj2" fmla="val 80000"/>
            </a:avLst>
          </a:prstGeom>
          <a:solidFill>
            <a:srgbClr val="A07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FanRib3"/>
          <p:cNvSpPr/>
          <p:nvPr/>
        </p:nvSpPr>
        <p:spPr>
          <a:xfrm rot="17661000">
            <a:off x="3108960" y="91440"/>
            <a:ext cx="9875520" cy="9875520"/>
          </a:xfrm>
          <a:prstGeom prst="pie">
            <a:avLst>
              <a:gd name="adj1" fmla="val 0"/>
              <a:gd name="adj2" fmla="val 80000"/>
            </a:avLst>
          </a:prstGeom>
          <a:solidFill>
            <a:srgbClr val="A07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FanRib4"/>
          <p:cNvSpPr/>
          <p:nvPr/>
        </p:nvSpPr>
        <p:spPr>
          <a:xfrm rot="19371000">
            <a:off x="3108960" y="91440"/>
            <a:ext cx="9875520" cy="9875520"/>
          </a:xfrm>
          <a:prstGeom prst="pie">
            <a:avLst>
              <a:gd name="adj1" fmla="val 0"/>
              <a:gd name="adj2" fmla="val 80000"/>
            </a:avLst>
          </a:prstGeom>
          <a:solidFill>
            <a:srgbClr val="A07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FanRib5"/>
          <p:cNvSpPr/>
          <p:nvPr/>
        </p:nvSpPr>
        <p:spPr>
          <a:xfrm rot="21081000">
            <a:off x="3108960" y="91440"/>
            <a:ext cx="9875520" cy="9875520"/>
          </a:xfrm>
          <a:prstGeom prst="pie">
            <a:avLst>
              <a:gd name="adj1" fmla="val 0"/>
              <a:gd name="adj2" fmla="val 80000"/>
            </a:avLst>
          </a:prstGeom>
          <a:solidFill>
            <a:srgbClr val="A07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FanRib6"/>
          <p:cNvSpPr/>
          <p:nvPr/>
        </p:nvSpPr>
        <p:spPr>
          <a:xfrm rot="1191000">
            <a:off x="3108960" y="91440"/>
            <a:ext cx="9875520" cy="9875520"/>
          </a:xfrm>
          <a:prstGeom prst="pie">
            <a:avLst>
              <a:gd name="adj1" fmla="val 0"/>
              <a:gd name="adj2" fmla="val 80000"/>
            </a:avLst>
          </a:prstGeom>
          <a:solidFill>
            <a:srgbClr val="A07D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FanGuardLeft"/>
          <p:cNvSpPr/>
          <p:nvPr/>
        </p:nvSpPr>
        <p:spPr>
          <a:xfrm rot="13464000">
            <a:off x="3108960" y="91440"/>
            <a:ext cx="9875520" cy="9875520"/>
          </a:xfrm>
          <a:prstGeom prst="pie">
            <a:avLst>
              <a:gd name="adj1" fmla="val 0"/>
              <a:gd name="adj2" fmla="val 120000"/>
            </a:avLst>
          </a:prstGeom>
          <a:solidFill>
            <a:srgbClr val="78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FanGuardRight"/>
          <p:cNvSpPr/>
          <p:nvPr/>
        </p:nvSpPr>
        <p:spPr>
          <a:xfrm rot="1944000">
            <a:off x="3108960" y="91440"/>
            <a:ext cx="9875520" cy="9875520"/>
          </a:xfrm>
          <a:prstGeom prst="pie">
            <a:avLst>
              <a:gd name="adj1" fmla="val 0"/>
              <a:gd name="adj2" fmla="val 120000"/>
            </a:avLst>
          </a:prstGeom>
          <a:solidFill>
            <a:srgbClr val="78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FanBlade1"/>
          <p:cNvSpPr/>
          <p:nvPr/>
        </p:nvSpPr>
        <p:spPr>
          <a:xfrm rot="13500000">
            <a:off x="3108960" y="91440"/>
            <a:ext cx="9875520" cy="9875520"/>
          </a:xfrm>
          <a:prstGeom prst="blockArc">
            <a:avLst>
              <a:gd name="adj1" fmla="val 0"/>
              <a:gd name="adj2" fmla="val 2550000"/>
              <a:gd name="adj3" fmla="val 30000"/>
            </a:avLst>
          </a:prstGeom>
          <a:ln w="9525">
            <a:solidFill>
              <a:srgbClr val="D7B97D"/>
            </a:solidFill>
          </a:ln>
          <a:gradFill flip="none" rotWithShape="1">
            <a:gsLst>
              <a:gs pos="0">
                <a:srgbClr val="B8D4A4">
                  <a:alpha val="88000"/>
                </a:srgbClr>
              </a:gs>
              <a:gs pos="45000">
                <a:srgbClr val="78A365">
                  <a:alpha val="82000"/>
                </a:srgbClr>
              </a:gs>
              <a:gs pos="100000">
                <a:srgbClr val="36522E">
                  <a:alpha val="92000"/>
                </a:srgbClr>
              </a:gs>
            </a:gsLst>
            <a:lin ang="5400000"/>
          </a:gradFill>
          <a:effectLst>
            <a:softEdge rad="25400"/>
            <a:outerShdw blurRad="63500" dist="0" dir="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FanBlade2"/>
          <p:cNvSpPr/>
          <p:nvPr/>
        </p:nvSpPr>
        <p:spPr>
          <a:xfrm rot="15210000">
            <a:off x="3108960" y="91440"/>
            <a:ext cx="9875520" cy="9875520"/>
          </a:xfrm>
          <a:prstGeom prst="blockArc">
            <a:avLst>
              <a:gd name="adj1" fmla="val 0"/>
              <a:gd name="adj2" fmla="val 2550000"/>
              <a:gd name="adj3" fmla="val 30000"/>
            </a:avLst>
          </a:prstGeom>
          <a:ln w="9525">
            <a:solidFill>
              <a:srgbClr val="D7B97D"/>
            </a:solidFill>
          </a:ln>
          <a:gradFill flip="none" rotWithShape="1">
            <a:gsLst>
              <a:gs pos="0">
                <a:srgbClr val="B8D4A4">
                  <a:alpha val="88000"/>
                </a:srgbClr>
              </a:gs>
              <a:gs pos="45000">
                <a:srgbClr val="78A365">
                  <a:alpha val="82000"/>
                </a:srgbClr>
              </a:gs>
              <a:gs pos="100000">
                <a:srgbClr val="36522E">
                  <a:alpha val="92000"/>
                </a:srgbClr>
              </a:gs>
            </a:gsLst>
            <a:lin ang="5400000"/>
          </a:gradFill>
          <a:effectLst>
            <a:softEdge rad="25400"/>
            <a:outerShdw blurRad="63500" dist="0" dir="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FanBlade3"/>
          <p:cNvSpPr/>
          <p:nvPr/>
        </p:nvSpPr>
        <p:spPr>
          <a:xfrm rot="16920000">
            <a:off x="3108960" y="91440"/>
            <a:ext cx="9875520" cy="9875520"/>
          </a:xfrm>
          <a:prstGeom prst="blockArc">
            <a:avLst>
              <a:gd name="adj1" fmla="val 0"/>
              <a:gd name="adj2" fmla="val 2550000"/>
              <a:gd name="adj3" fmla="val 30000"/>
            </a:avLst>
          </a:prstGeom>
          <a:ln w="9525">
            <a:solidFill>
              <a:srgbClr val="D7B97D"/>
            </a:solidFill>
          </a:ln>
          <a:gradFill flip="none" rotWithShape="1">
            <a:gsLst>
              <a:gs pos="0">
                <a:srgbClr val="B8D4A4">
                  <a:alpha val="88000"/>
                </a:srgbClr>
              </a:gs>
              <a:gs pos="45000">
                <a:srgbClr val="78A365">
                  <a:alpha val="82000"/>
                </a:srgbClr>
              </a:gs>
              <a:gs pos="100000">
                <a:srgbClr val="36522E">
                  <a:alpha val="92000"/>
                </a:srgbClr>
              </a:gs>
            </a:gsLst>
            <a:lin ang="5400000"/>
          </a:gradFill>
          <a:effectLst>
            <a:softEdge rad="25400"/>
            <a:outerShdw blurRad="63500" dist="0" dir="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FanBlade4"/>
          <p:cNvSpPr/>
          <p:nvPr/>
        </p:nvSpPr>
        <p:spPr>
          <a:xfrm rot="18630000">
            <a:off x="3108960" y="91440"/>
            <a:ext cx="9875520" cy="9875520"/>
          </a:xfrm>
          <a:prstGeom prst="blockArc">
            <a:avLst>
              <a:gd name="adj1" fmla="val 0"/>
              <a:gd name="adj2" fmla="val 2550000"/>
              <a:gd name="adj3" fmla="val 30000"/>
            </a:avLst>
          </a:prstGeom>
          <a:ln w="9525">
            <a:solidFill>
              <a:srgbClr val="D7B97D"/>
            </a:solidFill>
          </a:ln>
          <a:gradFill flip="none" rotWithShape="1">
            <a:gsLst>
              <a:gs pos="0">
                <a:srgbClr val="B8D4A4">
                  <a:alpha val="88000"/>
                </a:srgbClr>
              </a:gs>
              <a:gs pos="45000">
                <a:srgbClr val="78A365">
                  <a:alpha val="82000"/>
                </a:srgbClr>
              </a:gs>
              <a:gs pos="100000">
                <a:srgbClr val="36522E">
                  <a:alpha val="92000"/>
                </a:srgbClr>
              </a:gs>
            </a:gsLst>
            <a:lin ang="5400000"/>
          </a:gradFill>
          <a:effectLst>
            <a:softEdge rad="25400"/>
            <a:outerShdw blurRad="63500" dist="0" dir="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FanBlade5"/>
          <p:cNvSpPr/>
          <p:nvPr/>
        </p:nvSpPr>
        <p:spPr>
          <a:xfrm rot="20340000">
            <a:off x="3108960" y="91440"/>
            <a:ext cx="9875520" cy="9875520"/>
          </a:xfrm>
          <a:prstGeom prst="blockArc">
            <a:avLst>
              <a:gd name="adj1" fmla="val 0"/>
              <a:gd name="adj2" fmla="val 2550000"/>
              <a:gd name="adj3" fmla="val 30000"/>
            </a:avLst>
          </a:prstGeom>
          <a:ln w="9525">
            <a:solidFill>
              <a:srgbClr val="D7B97D"/>
            </a:solidFill>
          </a:ln>
          <a:gradFill flip="none" rotWithShape="1">
            <a:gsLst>
              <a:gs pos="0">
                <a:srgbClr val="B8D4A4">
                  <a:alpha val="88000"/>
                </a:srgbClr>
              </a:gs>
              <a:gs pos="45000">
                <a:srgbClr val="78A365">
                  <a:alpha val="82000"/>
                </a:srgbClr>
              </a:gs>
              <a:gs pos="100000">
                <a:srgbClr val="36522E">
                  <a:alpha val="92000"/>
                </a:srgbClr>
              </a:gs>
            </a:gsLst>
            <a:lin ang="5400000"/>
          </a:gradFill>
          <a:effectLst>
            <a:softEdge rad="25400"/>
            <a:outerShdw blurRad="63500" dist="0" dir="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FanBlade6"/>
          <p:cNvSpPr/>
          <p:nvPr/>
        </p:nvSpPr>
        <p:spPr>
          <a:xfrm rot="450000">
            <a:off x="3108960" y="91440"/>
            <a:ext cx="9875520" cy="9875520"/>
          </a:xfrm>
          <a:prstGeom prst="blockArc">
            <a:avLst>
              <a:gd name="adj1" fmla="val 0"/>
              <a:gd name="adj2" fmla="val 2550000"/>
              <a:gd name="adj3" fmla="val 30000"/>
            </a:avLst>
          </a:prstGeom>
          <a:ln w="9525">
            <a:solidFill>
              <a:srgbClr val="D7B97D"/>
            </a:solidFill>
          </a:ln>
          <a:gradFill flip="none" rotWithShape="1">
            <a:gsLst>
              <a:gs pos="0">
                <a:srgbClr val="B8D4A4">
                  <a:alpha val="88000"/>
                </a:srgbClr>
              </a:gs>
              <a:gs pos="45000">
                <a:srgbClr val="78A365">
                  <a:alpha val="82000"/>
                </a:srgbClr>
              </a:gs>
              <a:gs pos="100000">
                <a:srgbClr val="36522E">
                  <a:alpha val="92000"/>
                </a:srgbClr>
              </a:gs>
            </a:gsLst>
            <a:lin ang="5400000"/>
          </a:gradFill>
          <a:effectLst>
            <a:softEdge rad="25400"/>
            <a:outerShdw blurRad="63500" dist="0" dir="0" algn="ctr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JadeRing"/>
          <p:cNvSpPr/>
          <p:nvPr/>
        </p:nvSpPr>
        <p:spPr>
          <a:xfrm>
            <a:off x="7662672" y="4645152"/>
            <a:ext cx="768096" cy="768096"/>
          </a:xfrm>
          <a:prstGeom prst="ellipse">
            <a:avLst/>
          </a:prstGeom>
          <a:solidFill>
            <a:srgbClr val="F2F8F2"/>
          </a:solidFill>
          <a:ln w="19050">
            <a:solidFill>
              <a:srgbClr val="D7B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GoldRing"/>
          <p:cNvSpPr/>
          <p:nvPr/>
        </p:nvSpPr>
        <p:spPr>
          <a:xfrm>
            <a:off x="7827264" y="4809744"/>
            <a:ext cx="438912" cy="438912"/>
          </a:xfrm>
          <a:prstGeom prst="ellipse">
            <a:avLst/>
          </a:prstGeom>
          <a:solidFill>
            <a:srgbClr val="CDAA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CoreJade"/>
          <p:cNvSpPr/>
          <p:nvPr/>
        </p:nvSpPr>
        <p:spPr>
          <a:xfrm>
            <a:off x="7927848" y="4910328"/>
            <a:ext cx="237744" cy="237744"/>
          </a:xfrm>
          <a:prstGeom prst="ellipse">
            <a:avLst/>
          </a:prstGeom>
          <a:solidFill>
            <a:srgbClr val="223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MainTitle"/>
          <p:cNvSpPr txBox="1"/>
          <p:nvPr/>
        </p:nvSpPr>
        <p:spPr>
          <a:xfrm>
            <a:off x="3474720" y="594360"/>
            <a:ext cx="53035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600" b="1">
                <a:solidFill>
                  <a:srgbClr val="142012"/>
                </a:solidFill>
              </a:defRPr>
            </a:pPr>
            <a:r>
              <a:t>雨   霖   铃</a:t>
            </a:r>
          </a:p>
        </p:txBody>
      </p:sp>
      <p:sp>
        <p:nvSpPr>
          <p:cNvPr id="22" name="!!Seal"/>
          <p:cNvSpPr/>
          <p:nvPr/>
        </p:nvSpPr>
        <p:spPr>
          <a:xfrm>
            <a:off x="8961120" y="868680"/>
            <a:ext cx="621792" cy="621792"/>
          </a:xfrm>
          <a:prstGeom prst="roundRect">
            <a:avLst/>
          </a:prstGeom>
          <a:solidFill>
            <a:srgbClr val="A82824"/>
          </a:solidFill>
          <a:ln w="12700">
            <a:solidFill>
              <a:srgbClr val="DCB9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柳永</a:t>
            </a:r>
          </a:p>
        </p:txBody>
      </p:sp>
      <p:sp>
        <p:nvSpPr>
          <p:cNvPr id="23" name="!!PoemCol0"/>
          <p:cNvSpPr txBox="1"/>
          <p:nvPr/>
        </p:nvSpPr>
        <p:spPr>
          <a:xfrm>
            <a:off x="2926080" y="2011680"/>
            <a:ext cx="347472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384E32"/>
                </a:solidFill>
              </a:defRPr>
            </a:pPr>
            <a:r>
              <a:t>寒</a:t>
            </a:r>
            <a:br/>
            <a:r>
              <a:t>蝉</a:t>
            </a:r>
            <a:br/>
            <a:r>
              <a:t>凄</a:t>
            </a:r>
            <a:br/>
            <a:r>
              <a:t>切</a:t>
            </a:r>
            <a:br/>
            <a:r>
              <a:t>骤</a:t>
            </a:r>
            <a:br/>
            <a:r>
              <a:t>雨</a:t>
            </a:r>
            <a:br/>
            <a:r>
              <a:t>歇</a:t>
            </a:r>
          </a:p>
        </p:txBody>
      </p:sp>
      <p:sp>
        <p:nvSpPr>
          <p:cNvPr id="24" name="!!PoemCol1"/>
          <p:cNvSpPr txBox="1"/>
          <p:nvPr/>
        </p:nvSpPr>
        <p:spPr>
          <a:xfrm>
            <a:off x="2377440" y="2011680"/>
            <a:ext cx="347472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384E32"/>
                </a:solidFill>
              </a:defRPr>
            </a:pPr>
            <a:r>
              <a:t>多</a:t>
            </a:r>
            <a:br/>
            <a:r>
              <a:t>情</a:t>
            </a:r>
            <a:br/>
            <a:r>
              <a:t>自</a:t>
            </a:r>
            <a:br/>
            <a:r>
              <a:t>古</a:t>
            </a:r>
            <a:br/>
            <a:r>
              <a:t>伤</a:t>
            </a:r>
            <a:br/>
            <a:r>
              <a:t>离</a:t>
            </a:r>
            <a:br/>
            <a:r>
              <a:t>别</a:t>
            </a:r>
          </a:p>
        </p:txBody>
      </p:sp>
      <p:sp>
        <p:nvSpPr>
          <p:cNvPr id="25" name="!!PoemCol2"/>
          <p:cNvSpPr txBox="1"/>
          <p:nvPr/>
        </p:nvSpPr>
        <p:spPr>
          <a:xfrm>
            <a:off x="1828800" y="2011680"/>
            <a:ext cx="347472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384E32"/>
                </a:solidFill>
              </a:defRPr>
            </a:pPr>
            <a:r>
              <a:t>今</a:t>
            </a:r>
            <a:br/>
            <a:r>
              <a:t>宵</a:t>
            </a:r>
            <a:br/>
            <a:r>
              <a:t>酒</a:t>
            </a:r>
            <a:br/>
            <a:r>
              <a:t>醒</a:t>
            </a:r>
            <a:br/>
            <a:r>
              <a:t>杨</a:t>
            </a:r>
            <a:br/>
            <a:r>
              <a:t>柳</a:t>
            </a:r>
            <a:br/>
            <a:r>
              <a:t>岸</a:t>
            </a:r>
          </a:p>
        </p:txBody>
      </p:sp>
      <p:sp>
        <p:nvSpPr>
          <p:cNvPr id="26" name="!!PoemCol3"/>
          <p:cNvSpPr txBox="1"/>
          <p:nvPr/>
        </p:nvSpPr>
        <p:spPr>
          <a:xfrm>
            <a:off x="1280160" y="2011680"/>
            <a:ext cx="347472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384E32"/>
                </a:solidFill>
              </a:defRPr>
            </a:pPr>
            <a:r>
              <a:t>便</a:t>
            </a:r>
            <a:br/>
            <a:r>
              <a:t>纵</a:t>
            </a:r>
            <a:br/>
            <a:r>
              <a:t>风</a:t>
            </a:r>
            <a:br/>
            <a:r>
              <a:t>情</a:t>
            </a:r>
            <a:br/>
            <a:r>
              <a:t>更</a:t>
            </a:r>
            <a:br/>
            <a:r>
              <a:t>与</a:t>
            </a:r>
            <a:br/>
            <a:r>
              <a:t>谁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advClick="1">
        <p159:morph option="byObject"/>
      </p:transition>
    </mc:Choice>
    <mc:Fallback>
      <p:transition spd="med" advClick="1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
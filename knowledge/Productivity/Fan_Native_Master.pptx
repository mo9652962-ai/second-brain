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GuardLeft"/>
          <p:cNvSpPr/>
          <p:nvPr/>
        </p:nvSpPr>
        <p:spPr>
          <a:xfrm rot="1346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GuardRight"/>
          <p:cNvSpPr/>
          <p:nvPr/>
        </p:nvSpPr>
        <p:spPr>
          <a:xfrm rot="1499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1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2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3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4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anBlade5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anBlade6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JadeRing"/>
          <p:cNvSpPr/>
          <p:nvPr/>
        </p:nvSpPr>
        <p:spPr>
          <a:xfrm>
            <a:off x="8028432" y="491947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GoldRing"/>
          <p:cNvSpPr/>
          <p:nvPr/>
        </p:nvSpPr>
        <p:spPr>
          <a:xfrm>
            <a:off x="8193024" y="508406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CoreJade"/>
          <p:cNvSpPr/>
          <p:nvPr/>
        </p:nvSpPr>
        <p:spPr>
          <a:xfrm>
            <a:off x="8293608" y="518464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ainTitle"/>
          <p:cNvSpPr txBox="1"/>
          <p:nvPr/>
        </p:nvSpPr>
        <p:spPr>
          <a:xfrm>
            <a:off x="1097280" y="-237744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2" name="!!Seal"/>
          <p:cNvSpPr/>
          <p:nvPr/>
        </p:nvSpPr>
        <p:spPr>
          <a:xfrm>
            <a:off x="5029200" y="-219456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3" name="!!SubTitle"/>
          <p:cNvSpPr txBox="1"/>
          <p:nvPr/>
        </p:nvSpPr>
        <p:spPr>
          <a:xfrm>
            <a:off x="1097280" y="-1371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65F41"/>
                </a:solidFill>
              </a:defRPr>
            </a:pPr>
            <a:r>
              <a:t>北宋 · 柳永  ｜  秋蝉凄清 · 骤雨初歇 · 晓风残月</a:t>
            </a:r>
          </a:p>
        </p:txBody>
      </p:sp>
      <p:sp>
        <p:nvSpPr>
          <p:cNvPr id="24" name="!!PoemCol0"/>
          <p:cNvSpPr txBox="1"/>
          <p:nvPr/>
        </p:nvSpPr>
        <p:spPr>
          <a:xfrm>
            <a:off x="128016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5" name="!!PoemCol1"/>
          <p:cNvSpPr txBox="1"/>
          <p:nvPr/>
        </p:nvSpPr>
        <p:spPr>
          <a:xfrm>
            <a:off x="132588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6" name="!!PoemCol2"/>
          <p:cNvSpPr txBox="1"/>
          <p:nvPr/>
        </p:nvSpPr>
        <p:spPr>
          <a:xfrm>
            <a:off x="137160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7" name="!!PoemCol3"/>
          <p:cNvSpPr txBox="1"/>
          <p:nvPr/>
        </p:nvSpPr>
        <p:spPr>
          <a:xfrm>
            <a:off x="141732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595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766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937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2108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19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GuardLeft"/>
          <p:cNvSpPr/>
          <p:nvPr/>
        </p:nvSpPr>
        <p:spPr>
          <a:xfrm rot="1346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GuardRight"/>
          <p:cNvSpPr/>
          <p:nvPr/>
        </p:nvSpPr>
        <p:spPr>
          <a:xfrm rot="194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1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2"/>
          <p:cNvSpPr/>
          <p:nvPr/>
        </p:nvSpPr>
        <p:spPr>
          <a:xfrm rot="1521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3"/>
          <p:cNvSpPr/>
          <p:nvPr/>
        </p:nvSpPr>
        <p:spPr>
          <a:xfrm rot="1692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4"/>
          <p:cNvSpPr/>
          <p:nvPr/>
        </p:nvSpPr>
        <p:spPr>
          <a:xfrm rot="1863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anBlade5"/>
          <p:cNvSpPr/>
          <p:nvPr/>
        </p:nvSpPr>
        <p:spPr>
          <a:xfrm rot="2034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anBlade6"/>
          <p:cNvSpPr/>
          <p:nvPr/>
        </p:nvSpPr>
        <p:spPr>
          <a:xfrm rot="45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JadeRing"/>
          <p:cNvSpPr/>
          <p:nvPr/>
        </p:nvSpPr>
        <p:spPr>
          <a:xfrm>
            <a:off x="8028432" y="491947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GoldRing"/>
          <p:cNvSpPr/>
          <p:nvPr/>
        </p:nvSpPr>
        <p:spPr>
          <a:xfrm>
            <a:off x="8193024" y="508406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CoreJade"/>
          <p:cNvSpPr/>
          <p:nvPr/>
        </p:nvSpPr>
        <p:spPr>
          <a:xfrm>
            <a:off x="8293608" y="518464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ainTitle"/>
          <p:cNvSpPr txBox="1"/>
          <p:nvPr/>
        </p:nvSpPr>
        <p:spPr>
          <a:xfrm>
            <a:off x="1097280" y="77724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2" name="!!Seal"/>
          <p:cNvSpPr/>
          <p:nvPr/>
        </p:nvSpPr>
        <p:spPr>
          <a:xfrm>
            <a:off x="5029200" y="96012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3" name="!!SubTitle"/>
          <p:cNvSpPr txBox="1"/>
          <p:nvPr/>
        </p:nvSpPr>
        <p:spPr>
          <a:xfrm>
            <a:off x="1097280" y="201168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65F41"/>
                </a:solidFill>
              </a:defRPr>
            </a:pPr>
            <a:r>
              <a:t>北宋 · 柳永  ｜  秋蝉凄清 · 骤雨初歇 · 晓风残月</a:t>
            </a:r>
          </a:p>
        </p:txBody>
      </p:sp>
      <p:sp>
        <p:nvSpPr>
          <p:cNvPr id="24" name="!!PoemCol0"/>
          <p:cNvSpPr txBox="1"/>
          <p:nvPr/>
        </p:nvSpPr>
        <p:spPr>
          <a:xfrm>
            <a:off x="292608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5" name="!!PoemCol1"/>
          <p:cNvSpPr txBox="1"/>
          <p:nvPr/>
        </p:nvSpPr>
        <p:spPr>
          <a:xfrm>
            <a:off x="237744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6" name="!!PoemCol2"/>
          <p:cNvSpPr txBox="1"/>
          <p:nvPr/>
        </p:nvSpPr>
        <p:spPr>
          <a:xfrm>
            <a:off x="18288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7" name="!!PoemCol3"/>
          <p:cNvSpPr txBox="1"/>
          <p:nvPr/>
        </p:nvSpPr>
        <p:spPr>
          <a:xfrm>
            <a:off x="128016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
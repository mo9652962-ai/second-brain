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urtyard_native_mast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Frosted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solidFill>
            <a:srgbClr val="FFFFFF">
              <a:alpha val="28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FanRib1"/>
          <p:cNvSpPr/>
          <p:nvPr/>
        </p:nvSpPr>
        <p:spPr>
          <a:xfrm rot="17160000">
            <a:off x="6949440" y="3364992"/>
            <a:ext cx="4206240" cy="36576"/>
          </a:xfrm>
          <a:prstGeom prst="rect">
            <a:avLst/>
          </a:prstGeom>
          <a:solidFill>
            <a:srgbClr val="A0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FanRib2"/>
          <p:cNvSpPr/>
          <p:nvPr/>
        </p:nvSpPr>
        <p:spPr>
          <a:xfrm rot="17160000">
            <a:off x="6949440" y="3364992"/>
            <a:ext cx="4206240" cy="36576"/>
          </a:xfrm>
          <a:prstGeom prst="rect">
            <a:avLst/>
          </a:prstGeom>
          <a:solidFill>
            <a:srgbClr val="A0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FanRib3"/>
          <p:cNvSpPr/>
          <p:nvPr/>
        </p:nvSpPr>
        <p:spPr>
          <a:xfrm rot="17160000">
            <a:off x="6949440" y="3364992"/>
            <a:ext cx="4206240" cy="36576"/>
          </a:xfrm>
          <a:prstGeom prst="rect">
            <a:avLst/>
          </a:prstGeom>
          <a:solidFill>
            <a:srgbClr val="A0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FanRib4"/>
          <p:cNvSpPr/>
          <p:nvPr/>
        </p:nvSpPr>
        <p:spPr>
          <a:xfrm rot="17160000">
            <a:off x="6949440" y="3364992"/>
            <a:ext cx="4206240" cy="36576"/>
          </a:xfrm>
          <a:prstGeom prst="rect">
            <a:avLst/>
          </a:prstGeom>
          <a:solidFill>
            <a:srgbClr val="A0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FanRib5"/>
          <p:cNvSpPr/>
          <p:nvPr/>
        </p:nvSpPr>
        <p:spPr>
          <a:xfrm rot="17160000">
            <a:off x="6949440" y="3364992"/>
            <a:ext cx="4206240" cy="36576"/>
          </a:xfrm>
          <a:prstGeom prst="rect">
            <a:avLst/>
          </a:prstGeom>
          <a:solidFill>
            <a:srgbClr val="A0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FanRib6"/>
          <p:cNvSpPr/>
          <p:nvPr/>
        </p:nvSpPr>
        <p:spPr>
          <a:xfrm rot="17160000">
            <a:off x="6949440" y="3364992"/>
            <a:ext cx="4206240" cy="36576"/>
          </a:xfrm>
          <a:prstGeom prst="rect">
            <a:avLst/>
          </a:prstGeom>
          <a:solidFill>
            <a:srgbClr val="A0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FanBlade1"/>
          <p:cNvSpPr/>
          <p:nvPr/>
        </p:nvSpPr>
        <p:spPr>
          <a:xfrm rot="17160000">
            <a:off x="2743200" y="-822960"/>
            <a:ext cx="8412480" cy="8412480"/>
          </a:xfrm>
          <a:prstGeom prst="blockArc">
            <a:avLst>
              <a:gd name="adj1" fmla="val 2650000"/>
              <a:gd name="adj2" fmla="val 0"/>
              <a:gd name="adj3" fmla="val 32000"/>
            </a:avLst>
          </a:prstGeom>
          <a:ln w="9525">
            <a:solidFill>
              <a:srgbClr val="D2B478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0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FanBlade2"/>
          <p:cNvSpPr/>
          <p:nvPr/>
        </p:nvSpPr>
        <p:spPr>
          <a:xfrm rot="17160000">
            <a:off x="2743200" y="-822960"/>
            <a:ext cx="8412480" cy="8412480"/>
          </a:xfrm>
          <a:prstGeom prst="blockArc">
            <a:avLst>
              <a:gd name="adj1" fmla="val 2650000"/>
              <a:gd name="adj2" fmla="val 0"/>
              <a:gd name="adj3" fmla="val 32000"/>
            </a:avLst>
          </a:prstGeom>
          <a:ln w="9525">
            <a:solidFill>
              <a:srgbClr val="D2B478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0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FanBlade3"/>
          <p:cNvSpPr/>
          <p:nvPr/>
        </p:nvSpPr>
        <p:spPr>
          <a:xfrm rot="17160000">
            <a:off x="2743200" y="-822960"/>
            <a:ext cx="8412480" cy="8412480"/>
          </a:xfrm>
          <a:prstGeom prst="blockArc">
            <a:avLst>
              <a:gd name="adj1" fmla="val 2650000"/>
              <a:gd name="adj2" fmla="val 0"/>
              <a:gd name="adj3" fmla="val 32000"/>
            </a:avLst>
          </a:prstGeom>
          <a:ln w="9525">
            <a:solidFill>
              <a:srgbClr val="D2B478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0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FanBlade4"/>
          <p:cNvSpPr/>
          <p:nvPr/>
        </p:nvSpPr>
        <p:spPr>
          <a:xfrm rot="17160000">
            <a:off x="2743200" y="-822960"/>
            <a:ext cx="8412480" cy="8412480"/>
          </a:xfrm>
          <a:prstGeom prst="blockArc">
            <a:avLst>
              <a:gd name="adj1" fmla="val 2650000"/>
              <a:gd name="adj2" fmla="val 0"/>
              <a:gd name="adj3" fmla="val 32000"/>
            </a:avLst>
          </a:prstGeom>
          <a:ln w="9525">
            <a:solidFill>
              <a:srgbClr val="D2B478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0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FanBlade5"/>
          <p:cNvSpPr/>
          <p:nvPr/>
        </p:nvSpPr>
        <p:spPr>
          <a:xfrm rot="17160000">
            <a:off x="2743200" y="-822960"/>
            <a:ext cx="8412480" cy="8412480"/>
          </a:xfrm>
          <a:prstGeom prst="blockArc">
            <a:avLst>
              <a:gd name="adj1" fmla="val 2650000"/>
              <a:gd name="adj2" fmla="val 0"/>
              <a:gd name="adj3" fmla="val 32000"/>
            </a:avLst>
          </a:prstGeom>
          <a:ln w="9525">
            <a:solidFill>
              <a:srgbClr val="D2B478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0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FanBlade6"/>
          <p:cNvSpPr/>
          <p:nvPr/>
        </p:nvSpPr>
        <p:spPr>
          <a:xfrm rot="17160000">
            <a:off x="2743200" y="-822960"/>
            <a:ext cx="8412480" cy="8412480"/>
          </a:xfrm>
          <a:prstGeom prst="blockArc">
            <a:avLst>
              <a:gd name="adj1" fmla="val 2650000"/>
              <a:gd name="adj2" fmla="val 0"/>
              <a:gd name="adj3" fmla="val 32000"/>
            </a:avLst>
          </a:prstGeom>
          <a:ln w="9525">
            <a:solidFill>
              <a:srgbClr val="D2B478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0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JadeRing"/>
          <p:cNvSpPr/>
          <p:nvPr/>
        </p:nvSpPr>
        <p:spPr>
          <a:xfrm>
            <a:off x="6565392" y="2999232"/>
            <a:ext cx="768096" cy="768096"/>
          </a:xfrm>
          <a:prstGeom prst="ellipse">
            <a:avLst/>
          </a:prstGeom>
          <a:solidFill>
            <a:srgbClr val="F0F8F0"/>
          </a:solidFill>
          <a:ln w="19050">
            <a:solidFill>
              <a:srgbClr val="D2B4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GoldRing"/>
          <p:cNvSpPr/>
          <p:nvPr/>
        </p:nvSpPr>
        <p:spPr>
          <a:xfrm>
            <a:off x="6729984" y="3163824"/>
            <a:ext cx="438912" cy="438912"/>
          </a:xfrm>
          <a:prstGeom prst="ellipse">
            <a:avLst/>
          </a:prstGeom>
          <a:solidFill>
            <a:srgbClr val="C8A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CoreJade"/>
          <p:cNvSpPr/>
          <p:nvPr/>
        </p:nvSpPr>
        <p:spPr>
          <a:xfrm>
            <a:off x="6821424" y="3255264"/>
            <a:ext cx="256032" cy="256032"/>
          </a:xfrm>
          <a:prstGeom prst="ellipse">
            <a:avLst/>
          </a:prstGeom>
          <a:solidFill>
            <a:srgbClr val="233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ainTitle"/>
          <p:cNvSpPr txBox="1"/>
          <p:nvPr/>
        </p:nvSpPr>
        <p:spPr>
          <a:xfrm>
            <a:off x="3291840" y="-2377440"/>
            <a:ext cx="5486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162314"/>
                </a:solidFill>
              </a:defRPr>
            </a:pPr>
            <a:r>
              <a:t>雨   霖   铃</a:t>
            </a:r>
          </a:p>
        </p:txBody>
      </p:sp>
      <p:sp>
        <p:nvSpPr>
          <p:cNvPr id="20" name="!!Seal"/>
          <p:cNvSpPr/>
          <p:nvPr/>
        </p:nvSpPr>
        <p:spPr>
          <a:xfrm>
            <a:off x="8961120" y="-2103120"/>
            <a:ext cx="621792" cy="621792"/>
          </a:xfrm>
          <a:prstGeom prst="roundRect">
            <a:avLst/>
          </a:prstGeom>
          <a:solidFill>
            <a:srgbClr val="A52A26"/>
          </a:solidFill>
          <a:ln w="12700">
            <a:solidFill>
              <a:srgbClr val="DCB4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柳永</a:t>
            </a:r>
          </a:p>
        </p:txBody>
      </p:sp>
      <p:sp>
        <p:nvSpPr>
          <p:cNvPr id="21" name="!!PoemCol0"/>
          <p:cNvSpPr txBox="1"/>
          <p:nvPr/>
        </p:nvSpPr>
        <p:spPr>
          <a:xfrm>
            <a:off x="12801600" y="192024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A5034"/>
                </a:solidFill>
              </a:defRPr>
            </a:pPr>
            <a:r>
              <a:t>昨</a:t>
            </a:r>
            <a:br/>
            <a:r>
              <a:t>夜</a:t>
            </a:r>
            <a:br/>
            <a:r>
              <a:t>疏</a:t>
            </a:r>
            <a:br/>
            <a:r>
              <a:t>风</a:t>
            </a:r>
            <a:br/>
            <a:r>
              <a:t>骤</a:t>
            </a:r>
            <a:br/>
            <a:r>
              <a:t>雨</a:t>
            </a:r>
          </a:p>
        </p:txBody>
      </p:sp>
      <p:sp>
        <p:nvSpPr>
          <p:cNvPr id="22" name="!!PoemCol1"/>
          <p:cNvSpPr txBox="1"/>
          <p:nvPr/>
        </p:nvSpPr>
        <p:spPr>
          <a:xfrm>
            <a:off x="13258800" y="192024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A5034"/>
                </a:solidFill>
              </a:defRPr>
            </a:pPr>
            <a:r>
              <a:t>浓</a:t>
            </a:r>
            <a:br/>
            <a:r>
              <a:t>睡</a:t>
            </a:r>
            <a:br/>
            <a:r>
              <a:t>不</a:t>
            </a:r>
            <a:br/>
            <a:r>
              <a:t>消</a:t>
            </a:r>
            <a:br/>
            <a:r>
              <a:t>残</a:t>
            </a:r>
            <a:br/>
            <a:r>
              <a:t>酒</a:t>
            </a:r>
          </a:p>
        </p:txBody>
      </p:sp>
      <p:sp>
        <p:nvSpPr>
          <p:cNvPr id="23" name="!!PoemCol2"/>
          <p:cNvSpPr txBox="1"/>
          <p:nvPr/>
        </p:nvSpPr>
        <p:spPr>
          <a:xfrm>
            <a:off x="13716000" y="192024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A5034"/>
                </a:solidFill>
              </a:defRPr>
            </a:pPr>
            <a:r>
              <a:t>试</a:t>
            </a:r>
            <a:br/>
            <a:r>
              <a:t>问</a:t>
            </a:r>
            <a:br/>
            <a:r>
              <a:t>卷</a:t>
            </a:r>
            <a:br/>
            <a:r>
              <a:t>帘</a:t>
            </a:r>
            <a:br/>
            <a:r>
              <a:t>之</a:t>
            </a:r>
            <a:br/>
            <a:r>
              <a:t>人</a:t>
            </a:r>
          </a:p>
        </p:txBody>
      </p:sp>
      <p:sp>
        <p:nvSpPr>
          <p:cNvPr id="24" name="!!PoemCol3"/>
          <p:cNvSpPr txBox="1"/>
          <p:nvPr/>
        </p:nvSpPr>
        <p:spPr>
          <a:xfrm>
            <a:off x="14173200" y="192024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A5034"/>
                </a:solidFill>
              </a:defRPr>
            </a:pPr>
            <a:r>
              <a:t>却</a:t>
            </a:r>
            <a:br/>
            <a:r>
              <a:t>道</a:t>
            </a:r>
            <a:br/>
            <a:r>
              <a:t>海</a:t>
            </a:r>
            <a:br/>
            <a:r>
              <a:t>棠</a:t>
            </a:r>
            <a:br/>
            <a:r>
              <a:t>依</a:t>
            </a:r>
            <a:br/>
            <a:r>
              <a:t>旧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urtyard_native_mast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Frosted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solidFill>
            <a:srgbClr val="FFFFFF">
              <a:alpha val="28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FanRib1"/>
          <p:cNvSpPr/>
          <p:nvPr/>
        </p:nvSpPr>
        <p:spPr>
          <a:xfrm rot="17955000">
            <a:off x="6949440" y="3364992"/>
            <a:ext cx="4206240" cy="36576"/>
          </a:xfrm>
          <a:prstGeom prst="rect">
            <a:avLst/>
          </a:prstGeom>
          <a:solidFill>
            <a:srgbClr val="A0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FanRib2"/>
          <p:cNvSpPr/>
          <p:nvPr/>
        </p:nvSpPr>
        <p:spPr>
          <a:xfrm rot="19725000">
            <a:off x="6949440" y="3364992"/>
            <a:ext cx="4206240" cy="36576"/>
          </a:xfrm>
          <a:prstGeom prst="rect">
            <a:avLst/>
          </a:prstGeom>
          <a:solidFill>
            <a:srgbClr val="A0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FanRib3"/>
          <p:cNvSpPr/>
          <p:nvPr/>
        </p:nvSpPr>
        <p:spPr>
          <a:xfrm rot="21495000">
            <a:off x="6949440" y="3364992"/>
            <a:ext cx="4206240" cy="36576"/>
          </a:xfrm>
          <a:prstGeom prst="rect">
            <a:avLst/>
          </a:prstGeom>
          <a:solidFill>
            <a:srgbClr val="A0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FanRib4"/>
          <p:cNvSpPr/>
          <p:nvPr/>
        </p:nvSpPr>
        <p:spPr>
          <a:xfrm rot="1665000">
            <a:off x="6949440" y="3364992"/>
            <a:ext cx="4206240" cy="36576"/>
          </a:xfrm>
          <a:prstGeom prst="rect">
            <a:avLst/>
          </a:prstGeom>
          <a:solidFill>
            <a:srgbClr val="A0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FanRib5"/>
          <p:cNvSpPr/>
          <p:nvPr/>
        </p:nvSpPr>
        <p:spPr>
          <a:xfrm rot="3435000">
            <a:off x="6949440" y="3364992"/>
            <a:ext cx="4206240" cy="36576"/>
          </a:xfrm>
          <a:prstGeom prst="rect">
            <a:avLst/>
          </a:prstGeom>
          <a:solidFill>
            <a:srgbClr val="A0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FanRib6"/>
          <p:cNvSpPr/>
          <p:nvPr/>
        </p:nvSpPr>
        <p:spPr>
          <a:xfrm rot="5205000">
            <a:off x="6949440" y="3364992"/>
            <a:ext cx="4206240" cy="36576"/>
          </a:xfrm>
          <a:prstGeom prst="rect">
            <a:avLst/>
          </a:prstGeom>
          <a:solidFill>
            <a:srgbClr val="A0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FanBlade1"/>
          <p:cNvSpPr/>
          <p:nvPr/>
        </p:nvSpPr>
        <p:spPr>
          <a:xfrm rot="17160000">
            <a:off x="2743200" y="-822960"/>
            <a:ext cx="8412480" cy="8412480"/>
          </a:xfrm>
          <a:prstGeom prst="blockArc">
            <a:avLst>
              <a:gd name="adj1" fmla="val 2650000"/>
              <a:gd name="adj2" fmla="val 0"/>
              <a:gd name="adj3" fmla="val 32000"/>
            </a:avLst>
          </a:prstGeom>
          <a:ln w="9525">
            <a:solidFill>
              <a:srgbClr val="D2B478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0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FanBlade2"/>
          <p:cNvSpPr/>
          <p:nvPr/>
        </p:nvSpPr>
        <p:spPr>
          <a:xfrm rot="18930000">
            <a:off x="2743200" y="-822960"/>
            <a:ext cx="8412480" cy="8412480"/>
          </a:xfrm>
          <a:prstGeom prst="blockArc">
            <a:avLst>
              <a:gd name="adj1" fmla="val 2650000"/>
              <a:gd name="adj2" fmla="val 0"/>
              <a:gd name="adj3" fmla="val 32000"/>
            </a:avLst>
          </a:prstGeom>
          <a:ln w="9525">
            <a:solidFill>
              <a:srgbClr val="D2B478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0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FanBlade3"/>
          <p:cNvSpPr/>
          <p:nvPr/>
        </p:nvSpPr>
        <p:spPr>
          <a:xfrm rot="20700000">
            <a:off x="2743200" y="-822960"/>
            <a:ext cx="8412480" cy="8412480"/>
          </a:xfrm>
          <a:prstGeom prst="blockArc">
            <a:avLst>
              <a:gd name="adj1" fmla="val 2650000"/>
              <a:gd name="adj2" fmla="val 0"/>
              <a:gd name="adj3" fmla="val 32000"/>
            </a:avLst>
          </a:prstGeom>
          <a:ln w="9525">
            <a:solidFill>
              <a:srgbClr val="D2B478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0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FanBlade4"/>
          <p:cNvSpPr/>
          <p:nvPr/>
        </p:nvSpPr>
        <p:spPr>
          <a:xfrm rot="870000">
            <a:off x="2743200" y="-822960"/>
            <a:ext cx="8412480" cy="8412480"/>
          </a:xfrm>
          <a:prstGeom prst="blockArc">
            <a:avLst>
              <a:gd name="adj1" fmla="val 2650000"/>
              <a:gd name="adj2" fmla="val 0"/>
              <a:gd name="adj3" fmla="val 32000"/>
            </a:avLst>
          </a:prstGeom>
          <a:ln w="9525">
            <a:solidFill>
              <a:srgbClr val="D2B478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0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FanBlade5"/>
          <p:cNvSpPr/>
          <p:nvPr/>
        </p:nvSpPr>
        <p:spPr>
          <a:xfrm rot="2640000">
            <a:off x="2743200" y="-822960"/>
            <a:ext cx="8412480" cy="8412480"/>
          </a:xfrm>
          <a:prstGeom prst="blockArc">
            <a:avLst>
              <a:gd name="adj1" fmla="val 2650000"/>
              <a:gd name="adj2" fmla="val 0"/>
              <a:gd name="adj3" fmla="val 32000"/>
            </a:avLst>
          </a:prstGeom>
          <a:ln w="9525">
            <a:solidFill>
              <a:srgbClr val="D2B478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0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FanBlade6"/>
          <p:cNvSpPr/>
          <p:nvPr/>
        </p:nvSpPr>
        <p:spPr>
          <a:xfrm rot="4410000">
            <a:off x="2743200" y="-822960"/>
            <a:ext cx="8412480" cy="8412480"/>
          </a:xfrm>
          <a:prstGeom prst="blockArc">
            <a:avLst>
              <a:gd name="adj1" fmla="val 2650000"/>
              <a:gd name="adj2" fmla="val 0"/>
              <a:gd name="adj3" fmla="val 32000"/>
            </a:avLst>
          </a:prstGeom>
          <a:ln w="9525">
            <a:solidFill>
              <a:srgbClr val="D2B478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0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JadeRing"/>
          <p:cNvSpPr/>
          <p:nvPr/>
        </p:nvSpPr>
        <p:spPr>
          <a:xfrm>
            <a:off x="6565392" y="2999232"/>
            <a:ext cx="768096" cy="768096"/>
          </a:xfrm>
          <a:prstGeom prst="ellipse">
            <a:avLst/>
          </a:prstGeom>
          <a:solidFill>
            <a:srgbClr val="F0F8F0"/>
          </a:solidFill>
          <a:ln w="19050">
            <a:solidFill>
              <a:srgbClr val="D2B4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GoldRing"/>
          <p:cNvSpPr/>
          <p:nvPr/>
        </p:nvSpPr>
        <p:spPr>
          <a:xfrm>
            <a:off x="6729984" y="3163824"/>
            <a:ext cx="438912" cy="438912"/>
          </a:xfrm>
          <a:prstGeom prst="ellipse">
            <a:avLst/>
          </a:prstGeom>
          <a:solidFill>
            <a:srgbClr val="C8A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CoreJade"/>
          <p:cNvSpPr/>
          <p:nvPr/>
        </p:nvSpPr>
        <p:spPr>
          <a:xfrm>
            <a:off x="6821424" y="3255264"/>
            <a:ext cx="256032" cy="256032"/>
          </a:xfrm>
          <a:prstGeom prst="ellipse">
            <a:avLst/>
          </a:prstGeom>
          <a:solidFill>
            <a:srgbClr val="233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ainTitle"/>
          <p:cNvSpPr txBox="1"/>
          <p:nvPr/>
        </p:nvSpPr>
        <p:spPr>
          <a:xfrm>
            <a:off x="3291840" y="502920"/>
            <a:ext cx="5486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162314"/>
                </a:solidFill>
              </a:defRPr>
            </a:pPr>
            <a:r>
              <a:t>雨   霖   铃</a:t>
            </a:r>
          </a:p>
        </p:txBody>
      </p:sp>
      <p:sp>
        <p:nvSpPr>
          <p:cNvPr id="20" name="!!Seal"/>
          <p:cNvSpPr/>
          <p:nvPr/>
        </p:nvSpPr>
        <p:spPr>
          <a:xfrm>
            <a:off x="8961120" y="777240"/>
            <a:ext cx="621792" cy="621792"/>
          </a:xfrm>
          <a:prstGeom prst="roundRect">
            <a:avLst/>
          </a:prstGeom>
          <a:solidFill>
            <a:srgbClr val="A52A26"/>
          </a:solidFill>
          <a:ln w="12700">
            <a:solidFill>
              <a:srgbClr val="DCB4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柳永</a:t>
            </a:r>
          </a:p>
        </p:txBody>
      </p:sp>
      <p:sp>
        <p:nvSpPr>
          <p:cNvPr id="21" name="!!PoemCol0"/>
          <p:cNvSpPr txBox="1"/>
          <p:nvPr/>
        </p:nvSpPr>
        <p:spPr>
          <a:xfrm>
            <a:off x="2377440" y="192024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A5034"/>
                </a:solidFill>
              </a:defRPr>
            </a:pPr>
            <a:r>
              <a:t>昨</a:t>
            </a:r>
            <a:br/>
            <a:r>
              <a:t>夜</a:t>
            </a:r>
            <a:br/>
            <a:r>
              <a:t>疏</a:t>
            </a:r>
            <a:br/>
            <a:r>
              <a:t>风</a:t>
            </a:r>
            <a:br/>
            <a:r>
              <a:t>骤</a:t>
            </a:r>
            <a:br/>
            <a:r>
              <a:t>雨</a:t>
            </a:r>
          </a:p>
        </p:txBody>
      </p:sp>
      <p:sp>
        <p:nvSpPr>
          <p:cNvPr id="22" name="!!PoemCol1"/>
          <p:cNvSpPr txBox="1"/>
          <p:nvPr/>
        </p:nvSpPr>
        <p:spPr>
          <a:xfrm>
            <a:off x="1920240" y="192024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A5034"/>
                </a:solidFill>
              </a:defRPr>
            </a:pPr>
            <a:r>
              <a:t>浓</a:t>
            </a:r>
            <a:br/>
            <a:r>
              <a:t>睡</a:t>
            </a:r>
            <a:br/>
            <a:r>
              <a:t>不</a:t>
            </a:r>
            <a:br/>
            <a:r>
              <a:t>消</a:t>
            </a:r>
            <a:br/>
            <a:r>
              <a:t>残</a:t>
            </a:r>
            <a:br/>
            <a:r>
              <a:t>酒</a:t>
            </a:r>
          </a:p>
        </p:txBody>
      </p:sp>
      <p:sp>
        <p:nvSpPr>
          <p:cNvPr id="23" name="!!PoemCol2"/>
          <p:cNvSpPr txBox="1"/>
          <p:nvPr/>
        </p:nvSpPr>
        <p:spPr>
          <a:xfrm>
            <a:off x="1463040" y="192024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A5034"/>
                </a:solidFill>
              </a:defRPr>
            </a:pPr>
            <a:r>
              <a:t>试</a:t>
            </a:r>
            <a:br/>
            <a:r>
              <a:t>问</a:t>
            </a:r>
            <a:br/>
            <a:r>
              <a:t>卷</a:t>
            </a:r>
            <a:br/>
            <a:r>
              <a:t>帘</a:t>
            </a:r>
            <a:br/>
            <a:r>
              <a:t>之</a:t>
            </a:r>
            <a:br/>
            <a:r>
              <a:t>人</a:t>
            </a:r>
          </a:p>
        </p:txBody>
      </p:sp>
      <p:sp>
        <p:nvSpPr>
          <p:cNvPr id="24" name="!!PoemCol3"/>
          <p:cNvSpPr txBox="1"/>
          <p:nvPr/>
        </p:nvSpPr>
        <p:spPr>
          <a:xfrm>
            <a:off x="1005840" y="192024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A5034"/>
                </a:solidFill>
              </a:defRPr>
            </a:pPr>
            <a:r>
              <a:t>却</a:t>
            </a:r>
            <a:br/>
            <a:r>
              <a:t>道</a:t>
            </a:r>
            <a:br/>
            <a:r>
              <a:t>海</a:t>
            </a:r>
            <a:br/>
            <a:r>
              <a:t>棠</a:t>
            </a:r>
            <a:br/>
            <a:r>
              <a:t>依</a:t>
            </a:r>
            <a:br/>
            <a:r>
              <a:t>旧</a:t>
            </a:r>
          </a:p>
        </p:txBody>
      </p:sp>
    </p:spTree>
  </p:cSld>
  <p:clrMapOvr>
    <a:masterClrMapping/>
  </p:clrMapOvr>
  <p:transition spd="med" advClick="1">
    <p:morph option="byObject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
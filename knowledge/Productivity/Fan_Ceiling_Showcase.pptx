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uthentic_fan_bg_h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BRFan1"/>
          <p:cNvSpPr/>
          <p:nvPr/>
        </p:nvSpPr>
        <p:spPr>
          <a:xfrm rot="108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TLFan1"/>
          <p:cNvSpPr/>
          <p:nvPr/>
        </p:nvSpPr>
        <p:spPr>
          <a:xfrm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RFan2"/>
          <p:cNvSpPr/>
          <p:nvPr/>
        </p:nvSpPr>
        <p:spPr>
          <a:xfrm rot="108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TLFan2"/>
          <p:cNvSpPr/>
          <p:nvPr/>
        </p:nvSpPr>
        <p:spPr>
          <a:xfrm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BRFan3"/>
          <p:cNvSpPr/>
          <p:nvPr/>
        </p:nvSpPr>
        <p:spPr>
          <a:xfrm rot="108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TLFan3"/>
          <p:cNvSpPr/>
          <p:nvPr/>
        </p:nvSpPr>
        <p:spPr>
          <a:xfrm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BRFan4"/>
          <p:cNvSpPr/>
          <p:nvPr/>
        </p:nvSpPr>
        <p:spPr>
          <a:xfrm rot="108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TLFan4"/>
          <p:cNvSpPr/>
          <p:nvPr/>
        </p:nvSpPr>
        <p:spPr>
          <a:xfrm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BRFan5"/>
          <p:cNvSpPr/>
          <p:nvPr/>
        </p:nvSpPr>
        <p:spPr>
          <a:xfrm rot="108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TLFan5"/>
          <p:cNvSpPr/>
          <p:nvPr/>
        </p:nvSpPr>
        <p:spPr>
          <a:xfrm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BRFan6"/>
          <p:cNvSpPr/>
          <p:nvPr/>
        </p:nvSpPr>
        <p:spPr>
          <a:xfrm rot="108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TLFan6"/>
          <p:cNvSpPr/>
          <p:nvPr/>
        </p:nvSpPr>
        <p:spPr>
          <a:xfrm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uthentic_fan_bg_h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osted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solidFill>
            <a:srgbClr val="F8FAF6">
              <a:alpha val="2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BRFan1"/>
          <p:cNvSpPr/>
          <p:nvPr/>
        </p:nvSpPr>
        <p:spPr>
          <a:xfrm rot="153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RFan2"/>
          <p:cNvSpPr/>
          <p:nvPr/>
        </p:nvSpPr>
        <p:spPr>
          <a:xfrm rot="144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BRFan3"/>
          <p:cNvSpPr/>
          <p:nvPr/>
        </p:nvSpPr>
        <p:spPr>
          <a:xfrm rot="135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BRFan4"/>
          <p:cNvSpPr/>
          <p:nvPr/>
        </p:nvSpPr>
        <p:spPr>
          <a:xfrm rot="126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BRFan5"/>
          <p:cNvSpPr/>
          <p:nvPr/>
        </p:nvSpPr>
        <p:spPr>
          <a:xfrm rot="117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BRFan6"/>
          <p:cNvSpPr/>
          <p:nvPr/>
        </p:nvSpPr>
        <p:spPr>
          <a:xfrm rot="108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TLFan1"/>
          <p:cNvSpPr/>
          <p:nvPr/>
        </p:nvSpPr>
        <p:spPr>
          <a:xfrm rot="4500000"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TLFan2"/>
          <p:cNvSpPr/>
          <p:nvPr/>
        </p:nvSpPr>
        <p:spPr>
          <a:xfrm rot="3600000"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TLFan3"/>
          <p:cNvSpPr/>
          <p:nvPr/>
        </p:nvSpPr>
        <p:spPr>
          <a:xfrm rot="2700000"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TLFan4"/>
          <p:cNvSpPr/>
          <p:nvPr/>
        </p:nvSpPr>
        <p:spPr>
          <a:xfrm rot="1800000"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TLFan5"/>
          <p:cNvSpPr/>
          <p:nvPr/>
        </p:nvSpPr>
        <p:spPr>
          <a:xfrm rot="900000"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TLFan6"/>
          <p:cNvSpPr/>
          <p:nvPr/>
        </p:nvSpPr>
        <p:spPr>
          <a:xfrm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190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ainTitle"/>
          <p:cNvSpPr txBox="1"/>
          <p:nvPr/>
        </p:nvSpPr>
        <p:spPr>
          <a:xfrm>
            <a:off x="2926080" y="1737360"/>
            <a:ext cx="6400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162414"/>
                </a:solidFill>
              </a:defRPr>
            </a:pPr>
            <a:r>
              <a:t>春   天   序</a:t>
            </a:r>
          </a:p>
        </p:txBody>
      </p:sp>
      <p:sp>
        <p:nvSpPr>
          <p:cNvPr id="17" name="!!SubTitle"/>
          <p:cNvSpPr txBox="1"/>
          <p:nvPr/>
        </p:nvSpPr>
        <p:spPr>
          <a:xfrm>
            <a:off x="2926080" y="2880360"/>
            <a:ext cx="6400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5A7355"/>
                </a:solidFill>
              </a:defRPr>
            </a:pPr>
            <a:r>
              <a:t>Spring  ·  2026</a:t>
            </a:r>
          </a:p>
        </p:txBody>
      </p:sp>
      <p:sp>
        <p:nvSpPr>
          <p:cNvPr id="18" name="!!QuoteText"/>
          <p:cNvSpPr txBox="1"/>
          <p:nvPr/>
        </p:nvSpPr>
        <p:spPr>
          <a:xfrm>
            <a:off x="2926080" y="3703320"/>
            <a:ext cx="6400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0">
                <a:solidFill>
                  <a:srgbClr val="374B32"/>
                </a:solidFill>
              </a:defRPr>
            </a:pPr>
            <a:r>
              <a:t>当折扇与微风相遇，</a:t>
            </a:r>
            <a:br/>
            <a:r>
              <a:t>春天便有了具象的模样，</a:t>
            </a:r>
            <a:br/>
            <a:r>
              <a:t>愿日子清透，万事皆有生机。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>
        <p159:morph option="byObject"/>
      </p:transition>
    </mc:Choice>
    <mc:Fallback>
      <p:transition spd="med" advClick="1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
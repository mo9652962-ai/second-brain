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hentic_fan_bg_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Frosted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solidFill>
            <a:srgbClr val="F8FAF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RFan1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RFan2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Fan3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RFan4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RFan5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RFan6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Fan1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Fan2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TLFan3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TLFan4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TLFan5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TLFan6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JadeBR"/>
          <p:cNvSpPr/>
          <p:nvPr/>
        </p:nvSpPr>
        <p:spPr>
          <a:xfrm>
            <a:off x="11825935" y="6492240"/>
            <a:ext cx="731520" cy="731520"/>
          </a:xfrm>
          <a:prstGeom prst="ellipse">
            <a:avLst/>
          </a:prstGeom>
          <a:solidFill>
            <a:srgbClr val="F5F8F5"/>
          </a:solidFill>
          <a:ln w="19050">
            <a:solidFill>
              <a:srgbClr val="D7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JadeTL"/>
          <p:cNvSpPr/>
          <p:nvPr/>
        </p:nvSpPr>
        <p:spPr>
          <a:xfrm>
            <a:off x="-320040" y="-320040"/>
            <a:ext cx="640080" cy="640080"/>
          </a:xfrm>
          <a:prstGeom prst="ellipse">
            <a:avLst/>
          </a:prstGeom>
          <a:solidFill>
            <a:srgbClr val="F5F8F5"/>
          </a:solidFill>
          <a:ln w="19050">
            <a:solidFill>
              <a:srgbClr val="D7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ainTitle"/>
          <p:cNvSpPr txBox="1"/>
          <p:nvPr/>
        </p:nvSpPr>
        <p:spPr>
          <a:xfrm>
            <a:off x="2926080" y="-274320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62414"/>
                </a:solidFill>
              </a:defRPr>
            </a:pPr>
            <a:r>
              <a:t>春   天   序</a:t>
            </a:r>
          </a:p>
        </p:txBody>
      </p:sp>
      <p:sp>
        <p:nvSpPr>
          <p:cNvPr id="19" name="!!SubTitle"/>
          <p:cNvSpPr txBox="1"/>
          <p:nvPr/>
        </p:nvSpPr>
        <p:spPr>
          <a:xfrm>
            <a:off x="2926080" y="-1097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7355"/>
                </a:solidFill>
              </a:defRPr>
            </a:pPr>
            <a:r>
              <a:t>Spring  ·  2026</a:t>
            </a:r>
          </a:p>
        </p:txBody>
      </p:sp>
      <p:sp>
        <p:nvSpPr>
          <p:cNvPr id="20" name="!!QuoteText"/>
          <p:cNvSpPr txBox="1"/>
          <p:nvPr/>
        </p:nvSpPr>
        <p:spPr>
          <a:xfrm>
            <a:off x="2926080" y="777240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B32"/>
                </a:solidFill>
              </a:defRPr>
            </a:pPr>
            <a:r>
              <a:t>当折扇与微风相遇，</a:t>
            </a:r>
            <a:br/>
            <a:r>
              <a:t>春天便有了具象的模样，</a:t>
            </a:r>
            <a:br/>
            <a:r>
              <a:t>愿日子清透，万事皆有生机。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hentic_fan_bg_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Frosted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solidFill>
            <a:srgbClr val="F8FAF6">
              <a:alpha val="3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BRFan1"/>
          <p:cNvSpPr/>
          <p:nvPr/>
        </p:nvSpPr>
        <p:spPr>
          <a:xfrm rot="162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RFan2"/>
          <p:cNvSpPr/>
          <p:nvPr/>
        </p:nvSpPr>
        <p:spPr>
          <a:xfrm rot="153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RFan3"/>
          <p:cNvSpPr/>
          <p:nvPr/>
        </p:nvSpPr>
        <p:spPr>
          <a:xfrm rot="144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RFan4"/>
          <p:cNvSpPr/>
          <p:nvPr/>
        </p:nvSpPr>
        <p:spPr>
          <a:xfrm rot="135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RFan5"/>
          <p:cNvSpPr/>
          <p:nvPr/>
        </p:nvSpPr>
        <p:spPr>
          <a:xfrm rot="126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RFan6"/>
          <p:cNvSpPr/>
          <p:nvPr/>
        </p:nvSpPr>
        <p:spPr>
          <a:xfrm rot="11700000">
            <a:off x="6888175" y="1554480"/>
            <a:ext cx="10607040" cy="106070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Fan1"/>
          <p:cNvSpPr/>
          <p:nvPr/>
        </p:nvSpPr>
        <p:spPr>
          <a:xfrm rot="54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LFan2"/>
          <p:cNvSpPr/>
          <p:nvPr/>
        </p:nvSpPr>
        <p:spPr>
          <a:xfrm rot="45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TLFan3"/>
          <p:cNvSpPr/>
          <p:nvPr/>
        </p:nvSpPr>
        <p:spPr>
          <a:xfrm rot="36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TLFan4"/>
          <p:cNvSpPr/>
          <p:nvPr/>
        </p:nvSpPr>
        <p:spPr>
          <a:xfrm rot="27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TLFan5"/>
          <p:cNvSpPr/>
          <p:nvPr/>
        </p:nvSpPr>
        <p:spPr>
          <a:xfrm rot="18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TLFan6"/>
          <p:cNvSpPr/>
          <p:nvPr/>
        </p:nvSpPr>
        <p:spPr>
          <a:xfrm rot="900000">
            <a:off x="-4389120" y="-4389120"/>
            <a:ext cx="8778240" cy="8778240"/>
          </a:xfrm>
          <a:prstGeom prst="blockArc">
            <a:avLst>
              <a:gd name="adj1" fmla="val 0"/>
              <a:gd name="adj2" fmla="val 2500000"/>
              <a:gd name="adj3" fmla="val 28000"/>
            </a:avLst>
          </a:prstGeom>
          <a:ln w="9525">
            <a:solidFill>
              <a:srgbClr val="D7B97D"/>
            </a:solidFill>
          </a:ln>
          <a:blipFill rotWithShape="0">
            <a:blip r:embed="rId2"/>
            <a:stretch>
              <a:fillRect/>
            </a:stretch>
          </a:blipFill>
          <a:effectLst>
            <a:outerShdw blurRad="50800" dist="38100" dir="81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JadeBR"/>
          <p:cNvSpPr/>
          <p:nvPr/>
        </p:nvSpPr>
        <p:spPr>
          <a:xfrm>
            <a:off x="11825935" y="6492240"/>
            <a:ext cx="731520" cy="731520"/>
          </a:xfrm>
          <a:prstGeom prst="ellipse">
            <a:avLst/>
          </a:prstGeom>
          <a:solidFill>
            <a:srgbClr val="F5F8F5"/>
          </a:solidFill>
          <a:ln w="19050">
            <a:solidFill>
              <a:srgbClr val="D7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JadeTL"/>
          <p:cNvSpPr/>
          <p:nvPr/>
        </p:nvSpPr>
        <p:spPr>
          <a:xfrm>
            <a:off x="-320040" y="-320040"/>
            <a:ext cx="640080" cy="640080"/>
          </a:xfrm>
          <a:prstGeom prst="ellipse">
            <a:avLst/>
          </a:prstGeom>
          <a:solidFill>
            <a:srgbClr val="F5F8F5"/>
          </a:solidFill>
          <a:ln w="19050">
            <a:solidFill>
              <a:srgbClr val="D7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ainTitle"/>
          <p:cNvSpPr txBox="1"/>
          <p:nvPr/>
        </p:nvSpPr>
        <p:spPr>
          <a:xfrm>
            <a:off x="2926080" y="164592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62414"/>
                </a:solidFill>
              </a:defRPr>
            </a:pPr>
            <a:r>
              <a:t>春   天   序</a:t>
            </a:r>
          </a:p>
        </p:txBody>
      </p:sp>
      <p:sp>
        <p:nvSpPr>
          <p:cNvPr id="19" name="!!SubTitle"/>
          <p:cNvSpPr txBox="1"/>
          <p:nvPr/>
        </p:nvSpPr>
        <p:spPr>
          <a:xfrm>
            <a:off x="2926080" y="29260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7355"/>
                </a:solidFill>
              </a:defRPr>
            </a:pPr>
            <a:r>
              <a:t>Spring  ·  2026</a:t>
            </a:r>
          </a:p>
        </p:txBody>
      </p:sp>
      <p:sp>
        <p:nvSpPr>
          <p:cNvPr id="20" name="!!QuoteText"/>
          <p:cNvSpPr txBox="1"/>
          <p:nvPr/>
        </p:nvSpPr>
        <p:spPr>
          <a:xfrm>
            <a:off x="2926080" y="384048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B32"/>
                </a:solidFill>
              </a:defRPr>
            </a:pPr>
            <a:r>
              <a:t>当折扇与微风相遇，</a:t>
            </a:r>
            <a:br/>
            <a:r>
              <a:t>春天便有了具象的模样，</a:t>
            </a:r>
            <a:br/>
            <a:r>
              <a:t>愿日子清透，万事皆有生机。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
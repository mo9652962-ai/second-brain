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Fan1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TLFan1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TLFan2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3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TLFan3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4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4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RFan5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5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RFan6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6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thentic_fan_bg_h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8FAF6">
              <a:alpha val="2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RFan1"/>
          <p:cNvSpPr/>
          <p:nvPr/>
        </p:nvSpPr>
        <p:spPr>
          <a:xfrm rot="153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RFan2"/>
          <p:cNvSpPr/>
          <p:nvPr/>
        </p:nvSpPr>
        <p:spPr>
          <a:xfrm rot="144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RFan3"/>
          <p:cNvSpPr/>
          <p:nvPr/>
        </p:nvSpPr>
        <p:spPr>
          <a:xfrm rot="135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RFan4"/>
          <p:cNvSpPr/>
          <p:nvPr/>
        </p:nvSpPr>
        <p:spPr>
          <a:xfrm rot="126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RFan5"/>
          <p:cNvSpPr/>
          <p:nvPr/>
        </p:nvSpPr>
        <p:spPr>
          <a:xfrm rot="117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RFan6"/>
          <p:cNvSpPr/>
          <p:nvPr/>
        </p:nvSpPr>
        <p:spPr>
          <a:xfrm rot="10800000">
            <a:off x="6888175" y="1554480"/>
            <a:ext cx="10607040" cy="106070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-14940" t="35345" r="0" b="0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LFan1"/>
          <p:cNvSpPr/>
          <p:nvPr/>
        </p:nvSpPr>
        <p:spPr>
          <a:xfrm rot="45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TLFan2"/>
          <p:cNvSpPr/>
          <p:nvPr/>
        </p:nvSpPr>
        <p:spPr>
          <a:xfrm rot="36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LFan3"/>
          <p:cNvSpPr/>
          <p:nvPr/>
        </p:nvSpPr>
        <p:spPr>
          <a:xfrm rot="27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TLFan4"/>
          <p:cNvSpPr/>
          <p:nvPr/>
        </p:nvSpPr>
        <p:spPr>
          <a:xfrm rot="18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LFan5"/>
          <p:cNvSpPr/>
          <p:nvPr/>
        </p:nvSpPr>
        <p:spPr>
          <a:xfrm rot="900000"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TLFan6"/>
          <p:cNvSpPr/>
          <p:nvPr/>
        </p:nvSpPr>
        <p:spPr>
          <a:xfrm>
            <a:off x="-4389120" y="-4389120"/>
            <a:ext cx="8778240" cy="8778240"/>
          </a:xfrm>
          <a:prstGeom prst="pie">
            <a:avLst>
              <a:gd name="adj1" fmla="val 0"/>
              <a:gd name="adj2" fmla="val 900000"/>
            </a:avLst>
          </a:prstGeom>
          <a:ln w="9525">
            <a:solidFill>
              <a:srgbClr val="D7B97D"/>
            </a:solidFill>
          </a:ln>
          <a:blipFill rotWithShape="0">
            <a:blip r:embed="rId2"/>
            <a:stretch>
              <a:fillRect l="50000" t="50000" r="-88885" b="-28125"/>
            </a:stretch>
          </a:blipFill>
          <a:effectLst>
            <a:outerShdw blurRad="50800" dist="38100" dir="81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ainTitle"/>
          <p:cNvSpPr txBox="1"/>
          <p:nvPr/>
        </p:nvSpPr>
        <p:spPr>
          <a:xfrm>
            <a:off x="2926080" y="173736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62414"/>
                </a:solidFill>
              </a:defRPr>
            </a:pPr>
            <a:r>
              <a:t>春   天   序</a:t>
            </a:r>
          </a:p>
        </p:txBody>
      </p:sp>
      <p:sp>
        <p:nvSpPr>
          <p:cNvPr id="17" name="!!SubTitle"/>
          <p:cNvSpPr txBox="1"/>
          <p:nvPr/>
        </p:nvSpPr>
        <p:spPr>
          <a:xfrm>
            <a:off x="2926080" y="288036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A7355"/>
                </a:solidFill>
              </a:defRPr>
            </a:pPr>
            <a:r>
              <a:t>Spring  ·  2026</a:t>
            </a:r>
          </a:p>
        </p:txBody>
      </p:sp>
      <p:sp>
        <p:nvSpPr>
          <p:cNvPr id="18" name="!!QuoteText"/>
          <p:cNvSpPr txBox="1"/>
          <p:nvPr/>
        </p:nvSpPr>
        <p:spPr>
          <a:xfrm>
            <a:off x="2926080" y="3703320"/>
            <a:ext cx="6400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374B32"/>
                </a:solidFill>
              </a:defRPr>
            </a:pPr>
            <a:r>
              <a:t>当折扇与微风相遇，</a:t>
            </a:r>
            <a:br/>
            <a:r>
              <a:t>春天便有了具象的模样，</a:t>
            </a:r>
            <a:br/>
            <a:r>
              <a:t>愿日子清透，万事皆有生机。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
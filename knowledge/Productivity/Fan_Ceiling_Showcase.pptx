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uthentic_fan_bg_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8FAF6">
              <a:alpha val="35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RFan1"/>
          <p:cNvSpPr/>
          <p:nvPr/>
        </p:nvSpPr>
        <p:spPr>
          <a:xfrm rot="13500000">
            <a:off x="6675120" y="1463040"/>
            <a:ext cx="9509760" cy="95097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RFan2"/>
          <p:cNvSpPr/>
          <p:nvPr/>
        </p:nvSpPr>
        <p:spPr>
          <a:xfrm rot="13500000">
            <a:off x="6675120" y="1463040"/>
            <a:ext cx="9509760" cy="95097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BRFan3"/>
          <p:cNvSpPr/>
          <p:nvPr/>
        </p:nvSpPr>
        <p:spPr>
          <a:xfrm rot="13500000">
            <a:off x="6675120" y="1463040"/>
            <a:ext cx="9509760" cy="95097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BRFan4"/>
          <p:cNvSpPr/>
          <p:nvPr/>
        </p:nvSpPr>
        <p:spPr>
          <a:xfrm rot="13500000">
            <a:off x="6675120" y="1463040"/>
            <a:ext cx="9509760" cy="95097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BRFan5"/>
          <p:cNvSpPr/>
          <p:nvPr/>
        </p:nvSpPr>
        <p:spPr>
          <a:xfrm rot="13500000">
            <a:off x="6675120" y="1463040"/>
            <a:ext cx="9509760" cy="95097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BRFan6"/>
          <p:cNvSpPr/>
          <p:nvPr/>
        </p:nvSpPr>
        <p:spPr>
          <a:xfrm rot="13500000">
            <a:off x="6675120" y="1463040"/>
            <a:ext cx="9509760" cy="95097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TLFan1"/>
          <p:cNvSpPr/>
          <p:nvPr/>
        </p:nvSpPr>
        <p:spPr>
          <a:xfrm rot="2700000">
            <a:off x="-3108960" y="-3200400"/>
            <a:ext cx="7680960" cy="76809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TLFan2"/>
          <p:cNvSpPr/>
          <p:nvPr/>
        </p:nvSpPr>
        <p:spPr>
          <a:xfrm rot="2700000">
            <a:off x="-3108960" y="-3200400"/>
            <a:ext cx="7680960" cy="76809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TLFan3"/>
          <p:cNvSpPr/>
          <p:nvPr/>
        </p:nvSpPr>
        <p:spPr>
          <a:xfrm rot="2700000">
            <a:off x="-3108960" y="-3200400"/>
            <a:ext cx="7680960" cy="76809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TLFan4"/>
          <p:cNvSpPr/>
          <p:nvPr/>
        </p:nvSpPr>
        <p:spPr>
          <a:xfrm rot="2700000">
            <a:off x="-3108960" y="-3200400"/>
            <a:ext cx="7680960" cy="76809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TLFan5"/>
          <p:cNvSpPr/>
          <p:nvPr/>
        </p:nvSpPr>
        <p:spPr>
          <a:xfrm rot="2700000">
            <a:off x="-3108960" y="-3200400"/>
            <a:ext cx="7680960" cy="76809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TLFan6"/>
          <p:cNvSpPr/>
          <p:nvPr/>
        </p:nvSpPr>
        <p:spPr>
          <a:xfrm rot="2700000">
            <a:off x="-3108960" y="-3200400"/>
            <a:ext cx="7680960" cy="76809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JadeBR"/>
          <p:cNvSpPr/>
          <p:nvPr/>
        </p:nvSpPr>
        <p:spPr>
          <a:xfrm>
            <a:off x="11109960" y="5897880"/>
            <a:ext cx="640080" cy="640080"/>
          </a:xfrm>
          <a:prstGeom prst="ellipse">
            <a:avLst/>
          </a:prstGeom>
          <a:solidFill>
            <a:srgbClr val="F5F8F5"/>
          </a:solidFill>
          <a:ln w="19050">
            <a:solidFill>
              <a:srgbClr val="D7B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JadeTL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5F8F5"/>
          </a:solidFill>
          <a:ln w="19050">
            <a:solidFill>
              <a:srgbClr val="D7B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ainTitle"/>
          <p:cNvSpPr txBox="1"/>
          <p:nvPr/>
        </p:nvSpPr>
        <p:spPr>
          <a:xfrm>
            <a:off x="2926080" y="-2743200"/>
            <a:ext cx="64008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162414"/>
                </a:solidFill>
              </a:defRPr>
            </a:pPr>
            <a:r>
              <a:t>春   天   序</a:t>
            </a:r>
          </a:p>
        </p:txBody>
      </p:sp>
      <p:sp>
        <p:nvSpPr>
          <p:cNvPr id="19" name="!!SubTitle"/>
          <p:cNvSpPr txBox="1"/>
          <p:nvPr/>
        </p:nvSpPr>
        <p:spPr>
          <a:xfrm>
            <a:off x="2926080" y="-109728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5A7355"/>
                </a:solidFill>
              </a:defRPr>
            </a:pPr>
            <a:r>
              <a:t>Spring  ·  2026</a:t>
            </a:r>
          </a:p>
        </p:txBody>
      </p:sp>
      <p:sp>
        <p:nvSpPr>
          <p:cNvPr id="20" name="!!QuoteText"/>
          <p:cNvSpPr txBox="1"/>
          <p:nvPr/>
        </p:nvSpPr>
        <p:spPr>
          <a:xfrm>
            <a:off x="2926080" y="7772400"/>
            <a:ext cx="6400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374B32"/>
                </a:solidFill>
              </a:defRPr>
            </a:pPr>
            <a:r>
              <a:t>当折扇与微风相遇，</a:t>
            </a:r>
            <a:br/>
            <a:r>
              <a:t>春天便有了具象的模样，</a:t>
            </a:r>
            <a:br/>
            <a:r>
              <a:t>愿日子清透，万事皆有生机。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uthentic_fan_bg_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8FAF6">
              <a:alpha val="35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RFan1"/>
          <p:cNvSpPr/>
          <p:nvPr/>
        </p:nvSpPr>
        <p:spPr>
          <a:xfrm rot="18000000">
            <a:off x="6675120" y="1463040"/>
            <a:ext cx="9509760" cy="95097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outerShdw blurRad="50000" dist="25000" dir="2700000" algn="tl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RFan2"/>
          <p:cNvSpPr/>
          <p:nvPr/>
        </p:nvSpPr>
        <p:spPr>
          <a:xfrm rot="17100000">
            <a:off x="6675120" y="1463040"/>
            <a:ext cx="9509760" cy="95097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outerShdw blurRad="50000" dist="25000" dir="2700000" algn="tl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BRFan3"/>
          <p:cNvSpPr/>
          <p:nvPr/>
        </p:nvSpPr>
        <p:spPr>
          <a:xfrm rot="16200000">
            <a:off x="6675120" y="1463040"/>
            <a:ext cx="9509760" cy="95097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outerShdw blurRad="50000" dist="25000" dir="2700000" algn="tl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BRFan4"/>
          <p:cNvSpPr/>
          <p:nvPr/>
        </p:nvSpPr>
        <p:spPr>
          <a:xfrm rot="15300000">
            <a:off x="6675120" y="1463040"/>
            <a:ext cx="9509760" cy="95097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outerShdw blurRad="50000" dist="25000" dir="2700000" algn="tl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BRFan5"/>
          <p:cNvSpPr/>
          <p:nvPr/>
        </p:nvSpPr>
        <p:spPr>
          <a:xfrm rot="14400000">
            <a:off x="6675120" y="1463040"/>
            <a:ext cx="9509760" cy="95097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outerShdw blurRad="50000" dist="25000" dir="2700000" algn="tl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BRFan6"/>
          <p:cNvSpPr/>
          <p:nvPr/>
        </p:nvSpPr>
        <p:spPr>
          <a:xfrm rot="13500000">
            <a:off x="6675120" y="1463040"/>
            <a:ext cx="9509760" cy="95097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outerShdw blurRad="50000" dist="25000" dir="2700000" algn="tl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TLFan1"/>
          <p:cNvSpPr/>
          <p:nvPr/>
        </p:nvSpPr>
        <p:spPr>
          <a:xfrm rot="7200000">
            <a:off x="-3108960" y="-3200400"/>
            <a:ext cx="7680960" cy="76809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outerShdw blurRad="50000" dist="25000" dir="2700000" algn="tl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TLFan2"/>
          <p:cNvSpPr/>
          <p:nvPr/>
        </p:nvSpPr>
        <p:spPr>
          <a:xfrm rot="6300000">
            <a:off x="-3108960" y="-3200400"/>
            <a:ext cx="7680960" cy="76809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outerShdw blurRad="50000" dist="25000" dir="2700000" algn="tl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TLFan3"/>
          <p:cNvSpPr/>
          <p:nvPr/>
        </p:nvSpPr>
        <p:spPr>
          <a:xfrm rot="5400000">
            <a:off x="-3108960" y="-3200400"/>
            <a:ext cx="7680960" cy="76809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outerShdw blurRad="50000" dist="25000" dir="2700000" algn="tl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TLFan4"/>
          <p:cNvSpPr/>
          <p:nvPr/>
        </p:nvSpPr>
        <p:spPr>
          <a:xfrm rot="4500000">
            <a:off x="-3108960" y="-3200400"/>
            <a:ext cx="7680960" cy="76809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outerShdw blurRad="50000" dist="25000" dir="2700000" algn="tl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TLFan5"/>
          <p:cNvSpPr/>
          <p:nvPr/>
        </p:nvSpPr>
        <p:spPr>
          <a:xfrm rot="3600000">
            <a:off x="-3108960" y="-3200400"/>
            <a:ext cx="7680960" cy="76809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outerShdw blurRad="50000" dist="25000" dir="2700000" algn="tl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TLFan6"/>
          <p:cNvSpPr/>
          <p:nvPr/>
        </p:nvSpPr>
        <p:spPr>
          <a:xfrm rot="2700000">
            <a:off x="-3108960" y="-3200400"/>
            <a:ext cx="7680960" cy="7680960"/>
          </a:xfrm>
          <a:prstGeom prst="blockArc">
            <a:avLst>
              <a:gd name="adj1" fmla="val 0"/>
              <a:gd name="adj2" fmla="val 2400000"/>
              <a:gd name="adj3" fmla="val 28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outerShdw blurRad="50000" dist="25000" dir="2700000" algn="tl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JadeBR"/>
          <p:cNvSpPr/>
          <p:nvPr/>
        </p:nvSpPr>
        <p:spPr>
          <a:xfrm>
            <a:off x="11109960" y="5897880"/>
            <a:ext cx="640080" cy="640080"/>
          </a:xfrm>
          <a:prstGeom prst="ellipse">
            <a:avLst/>
          </a:prstGeom>
          <a:solidFill>
            <a:srgbClr val="F5F8F5"/>
          </a:solidFill>
          <a:ln w="19050">
            <a:solidFill>
              <a:srgbClr val="D7B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JadeTL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5F8F5"/>
          </a:solidFill>
          <a:ln w="19050">
            <a:solidFill>
              <a:srgbClr val="D7B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ainTitle"/>
          <p:cNvSpPr txBox="1"/>
          <p:nvPr/>
        </p:nvSpPr>
        <p:spPr>
          <a:xfrm>
            <a:off x="2926080" y="1645920"/>
            <a:ext cx="64008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162414"/>
                </a:solidFill>
              </a:defRPr>
            </a:pPr>
            <a:r>
              <a:t>春   天   序</a:t>
            </a:r>
          </a:p>
        </p:txBody>
      </p:sp>
      <p:sp>
        <p:nvSpPr>
          <p:cNvPr id="19" name="!!SubTitle"/>
          <p:cNvSpPr txBox="1"/>
          <p:nvPr/>
        </p:nvSpPr>
        <p:spPr>
          <a:xfrm>
            <a:off x="2926080" y="292608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5A7355"/>
                </a:solidFill>
              </a:defRPr>
            </a:pPr>
            <a:r>
              <a:t>Spring  ·  2026</a:t>
            </a:r>
          </a:p>
        </p:txBody>
      </p:sp>
      <p:sp>
        <p:nvSpPr>
          <p:cNvPr id="20" name="!!QuoteText"/>
          <p:cNvSpPr txBox="1"/>
          <p:nvPr/>
        </p:nvSpPr>
        <p:spPr>
          <a:xfrm>
            <a:off x="2926080" y="3840480"/>
            <a:ext cx="6400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374B32"/>
                </a:solidFill>
              </a:defRPr>
            </a:pPr>
            <a:r>
              <a:t>当折扇与微风相遇，</a:t>
            </a:r>
            <a:br/>
            <a:r>
              <a:t>春天便有了具象的模样，</a:t>
            </a:r>
            <a:br/>
            <a:r>
              <a:t>愿日子清透，万事皆有生机。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>
        <p159:morph option="byObject"/>
      </p:transition>
    </mc:Choice>
    <mc:Fallback>
      <p:transition spd="med" advClick="1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
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CINEMATIC_BG" descr="cinematic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!!MASK_TOP" descr="mask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0"/>
            <a:ext cx="12191695" cy="3429000"/>
          </a:xfrm>
          <a:prstGeom prst="rect">
            <a:avLst/>
          </a:prstGeom>
        </p:spPr>
      </p:pic>
      <p:pic>
        <p:nvPicPr>
          <p:cNvPr id="4" name="!!MASK_BOT" descr="mask_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63040" y="3429000"/>
            <a:ext cx="12191695" cy="3429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463040" cy="3429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728655" y="3429000"/>
            <a:ext cx="1463040" cy="3429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CINEMATIC_BG" descr="cinematic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87667" y="-274320"/>
            <a:ext cx="13167030" cy="7406640"/>
          </a:xfrm>
          <a:prstGeom prst="rect">
            <a:avLst/>
          </a:prstGeom>
        </p:spPr>
      </p:pic>
      <p:pic>
        <p:nvPicPr>
          <p:cNvPr id="3" name="!!MASK_TOP" descr="mask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429000"/>
          </a:xfrm>
          <a:prstGeom prst="rect">
            <a:avLst/>
          </a:prstGeom>
        </p:spPr>
      </p:pic>
      <p:pic>
        <p:nvPicPr>
          <p:cNvPr id="4" name="!!MASK_BOT" descr="mask_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29000"/>
            <a:ext cx="12191695" cy="3429000"/>
          </a:xfrm>
          <a:prstGeom prst="rect">
            <a:avLst/>
          </a:prstGeom>
        </p:spPr>
      </p:pic>
    </p:spTree>
  </p:cSld>
  <p:clrMapOvr>
    <a:masterClrMapping/>
  </p:clrMapOvr>
  <p:transition spd="med" advClick="1">
    <p:morph option="byObjec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CINEMATIC_BG" descr="cinematic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14377" y="-514349"/>
            <a:ext cx="14020449" cy="7886699"/>
          </a:xfrm>
          <a:prstGeom prst="rect">
            <a:avLst/>
          </a:prstGeom>
        </p:spPr>
      </p:pic>
      <p:pic>
        <p:nvPicPr>
          <p:cNvPr id="3" name="!!MASK_TOP" descr="mask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886200"/>
            <a:ext cx="12191695" cy="3429000"/>
          </a:xfrm>
          <a:prstGeom prst="rect">
            <a:avLst/>
          </a:prstGeom>
        </p:spPr>
      </p:pic>
      <p:pic>
        <p:nvPicPr>
          <p:cNvPr id="4" name="!!MASK_BOT" descr="mask_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315200"/>
            <a:ext cx="12191695" cy="3429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2011680"/>
            <a:ext cx="94484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E6A0"/>
                </a:solidFill>
                <a:latin typeface="Arial"/>
              </a:defRPr>
            </a:pPr>
            <a:r>
              <a:t>2 0 2 6   Y E A R   R E P O R T</a:t>
            </a:r>
          </a:p>
          <a:p>
            <a:pPr algn="ctr">
              <a:spcBef>
                <a:spcPts val="1200"/>
              </a:spcBef>
              <a:defRPr sz="4600" b="1">
                <a:solidFill>
                  <a:srgbClr val="FFFFFF"/>
                </a:solidFill>
                <a:latin typeface="Microsoft YaHei"/>
              </a:defRPr>
            </a:pPr>
            <a:r>
              <a:t>勿忘初心 · 砥砺前行</a:t>
            </a:r>
          </a:p>
          <a:p>
            <a:pPr algn="ctr">
              <a:spcBef>
                <a:spcPts val="1400"/>
              </a:spcBef>
              <a:defRPr sz="1600">
                <a:solidFill>
                  <a:srgbClr val="DCEBE6"/>
                </a:solidFill>
                <a:latin typeface="Microsoft YaHei"/>
              </a:defRPr>
            </a:pPr>
            <a:r>
              <a:t>以 匠 心 致 初 心  ·  以 深 耕 赴 山 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731520"/>
            <a:ext cx="1463040" cy="548640"/>
          </a:xfrm>
          <a:prstGeom prst="roundRect">
            <a:avLst/>
          </a:prstGeom>
          <a:solidFill>
            <a:srgbClr val="C3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工作总结</a:t>
            </a:r>
          </a:p>
        </p:txBody>
      </p:sp>
    </p:spTree>
  </p:cSld>
  <p:clrMapOvr>
    <a:masterClrMapping/>
  </p:clrMapOvr>
  <p:transition spd="med" advClick="1">
    <p:morph option="byObjec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
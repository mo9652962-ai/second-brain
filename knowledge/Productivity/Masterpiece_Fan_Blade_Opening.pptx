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ster_fan_s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ster_fan_s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Click="1">
    <p:morph option="byObjec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
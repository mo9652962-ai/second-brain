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7A1022"/>
              </a:gs>
              <a:gs pos="100000">
                <a:srgbClr val="B71C2C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lade_1"/>
          <p:cNvSpPr/>
          <p:nvPr/>
        </p:nvSpPr>
        <p:spPr>
          <a:xfrm>
            <a:off x="2986887" y="320040"/>
            <a:ext cx="6217920" cy="6217920"/>
          </a:xfrm>
          <a:prstGeom prst="pie">
            <a:avLst>
              <a:gd name="adj1" fmla="val 0"/>
              <a:gd name="adj2" fmla="val 5200000"/>
            </a:avLst>
          </a:prstGeom>
          <a:solidFill>
            <a:srgbClr val="D4AF37">
              <a:alpha val="80000"/>
            </a:srgbClr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lade_2"/>
          <p:cNvSpPr/>
          <p:nvPr/>
        </p:nvSpPr>
        <p:spPr>
          <a:xfrm>
            <a:off x="2986887" y="320040"/>
            <a:ext cx="6217920" cy="6217920"/>
          </a:xfrm>
          <a:prstGeom prst="pie">
            <a:avLst>
              <a:gd name="adj1" fmla="val 0"/>
              <a:gd name="adj2" fmla="val 5200000"/>
            </a:avLst>
          </a:prstGeom>
          <a:solidFill>
            <a:srgbClr val="F0DFA8">
              <a:alpha val="60000"/>
            </a:srgbClr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lade_3"/>
          <p:cNvSpPr/>
          <p:nvPr/>
        </p:nvSpPr>
        <p:spPr>
          <a:xfrm>
            <a:off x="2986887" y="320040"/>
            <a:ext cx="6217920" cy="6217920"/>
          </a:xfrm>
          <a:prstGeom prst="pie">
            <a:avLst>
              <a:gd name="adj1" fmla="val 0"/>
              <a:gd name="adj2" fmla="val 5200000"/>
            </a:avLst>
          </a:prstGeom>
          <a:solidFill>
            <a:srgbClr val="D4AF37">
              <a:alpha val="80000"/>
            </a:srgbClr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lade_4"/>
          <p:cNvSpPr/>
          <p:nvPr/>
        </p:nvSpPr>
        <p:spPr>
          <a:xfrm>
            <a:off x="2986887" y="320040"/>
            <a:ext cx="6217920" cy="6217920"/>
          </a:xfrm>
          <a:prstGeom prst="pie">
            <a:avLst>
              <a:gd name="adj1" fmla="val 0"/>
              <a:gd name="adj2" fmla="val 5200000"/>
            </a:avLst>
          </a:prstGeom>
          <a:solidFill>
            <a:srgbClr val="F0DFA8">
              <a:alpha val="60000"/>
            </a:srgbClr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lade_5"/>
          <p:cNvSpPr/>
          <p:nvPr/>
        </p:nvSpPr>
        <p:spPr>
          <a:xfrm>
            <a:off x="2986887" y="320040"/>
            <a:ext cx="6217920" cy="6217920"/>
          </a:xfrm>
          <a:prstGeom prst="pie">
            <a:avLst>
              <a:gd name="adj1" fmla="val 0"/>
              <a:gd name="adj2" fmla="val 5200000"/>
            </a:avLst>
          </a:prstGeom>
          <a:solidFill>
            <a:srgbClr val="D4AF37">
              <a:alpha val="80000"/>
            </a:srgbClr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lade_6"/>
          <p:cNvSpPr/>
          <p:nvPr/>
        </p:nvSpPr>
        <p:spPr>
          <a:xfrm>
            <a:off x="2986887" y="320040"/>
            <a:ext cx="6217920" cy="6217920"/>
          </a:xfrm>
          <a:prstGeom prst="pie">
            <a:avLst>
              <a:gd name="adj1" fmla="val 0"/>
              <a:gd name="adj2" fmla="val 5200000"/>
            </a:avLst>
          </a:prstGeom>
          <a:solidFill>
            <a:srgbClr val="F0DFA8">
              <a:alpha val="60000"/>
            </a:srgbClr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re_medallion"/>
          <p:cNvSpPr/>
          <p:nvPr/>
        </p:nvSpPr>
        <p:spPr>
          <a:xfrm>
            <a:off x="4998567" y="2331720"/>
            <a:ext cx="2194560" cy="2194560"/>
          </a:xfrm>
          <a:prstGeom prst="ellipse">
            <a:avLst/>
          </a:prstGeom>
          <a:solidFill>
            <a:srgbClr val="7A1022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ain_title_box"/>
          <p:cNvSpPr txBox="1"/>
          <p:nvPr/>
        </p:nvSpPr>
        <p:spPr>
          <a:xfrm>
            <a:off x="1371600" y="-274320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</a:defRPr>
            </a:pPr>
            <a:r>
              <a:t>让青春在奋斗中绽放绚丽之花</a:t>
            </a:r>
          </a:p>
          <a:p>
            <a:pPr algn="ctr">
              <a:defRPr sz="1800">
                <a:solidFill>
                  <a:srgbClr val="F0DFA8"/>
                </a:solidFill>
              </a:defRPr>
            </a:pPr>
            <a:r>
              <a:t>2026 年度国家奖学金评审答辩 · 汇报展示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7A1022"/>
              </a:gs>
              <a:gs pos="100000">
                <a:srgbClr val="B71C2C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lade_1"/>
          <p:cNvSpPr/>
          <p:nvPr/>
        </p:nvSpPr>
        <p:spPr>
          <a:xfrm>
            <a:off x="2986887" y="320040"/>
            <a:ext cx="6217920" cy="6217920"/>
          </a:xfrm>
          <a:prstGeom prst="pie">
            <a:avLst>
              <a:gd name="adj1" fmla="val 0"/>
              <a:gd name="adj2" fmla="val 5200000"/>
            </a:avLst>
          </a:prstGeom>
          <a:solidFill>
            <a:srgbClr val="D4AF37">
              <a:alpha val="80000"/>
            </a:srgbClr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lade_2"/>
          <p:cNvSpPr/>
          <p:nvPr/>
        </p:nvSpPr>
        <p:spPr>
          <a:xfrm rot="3600000">
            <a:off x="2986887" y="320040"/>
            <a:ext cx="6217920" cy="6217920"/>
          </a:xfrm>
          <a:prstGeom prst="pie">
            <a:avLst>
              <a:gd name="adj1" fmla="val 0"/>
              <a:gd name="adj2" fmla="val 5200000"/>
            </a:avLst>
          </a:prstGeom>
          <a:solidFill>
            <a:srgbClr val="F0DFA8">
              <a:alpha val="60000"/>
            </a:srgbClr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lade_3"/>
          <p:cNvSpPr/>
          <p:nvPr/>
        </p:nvSpPr>
        <p:spPr>
          <a:xfrm rot="7200000">
            <a:off x="2986887" y="320040"/>
            <a:ext cx="6217920" cy="6217920"/>
          </a:xfrm>
          <a:prstGeom prst="pie">
            <a:avLst>
              <a:gd name="adj1" fmla="val 0"/>
              <a:gd name="adj2" fmla="val 5200000"/>
            </a:avLst>
          </a:prstGeom>
          <a:solidFill>
            <a:srgbClr val="D4AF37">
              <a:alpha val="80000"/>
            </a:srgbClr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lade_4"/>
          <p:cNvSpPr/>
          <p:nvPr/>
        </p:nvSpPr>
        <p:spPr>
          <a:xfrm rot="10800000">
            <a:off x="2986887" y="320040"/>
            <a:ext cx="6217920" cy="6217920"/>
          </a:xfrm>
          <a:prstGeom prst="pie">
            <a:avLst>
              <a:gd name="adj1" fmla="val 0"/>
              <a:gd name="adj2" fmla="val 5200000"/>
            </a:avLst>
          </a:prstGeom>
          <a:solidFill>
            <a:srgbClr val="F0DFA8">
              <a:alpha val="60000"/>
            </a:srgbClr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lade_5"/>
          <p:cNvSpPr/>
          <p:nvPr/>
        </p:nvSpPr>
        <p:spPr>
          <a:xfrm rot="14400000">
            <a:off x="2986887" y="320040"/>
            <a:ext cx="6217920" cy="6217920"/>
          </a:xfrm>
          <a:prstGeom prst="pie">
            <a:avLst>
              <a:gd name="adj1" fmla="val 0"/>
              <a:gd name="adj2" fmla="val 5200000"/>
            </a:avLst>
          </a:prstGeom>
          <a:solidFill>
            <a:srgbClr val="D4AF37">
              <a:alpha val="80000"/>
            </a:srgbClr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lade_6"/>
          <p:cNvSpPr/>
          <p:nvPr/>
        </p:nvSpPr>
        <p:spPr>
          <a:xfrm rot="18000000">
            <a:off x="2986887" y="320040"/>
            <a:ext cx="6217920" cy="6217920"/>
          </a:xfrm>
          <a:prstGeom prst="pie">
            <a:avLst>
              <a:gd name="adj1" fmla="val 0"/>
              <a:gd name="adj2" fmla="val 5200000"/>
            </a:avLst>
          </a:prstGeom>
          <a:solidFill>
            <a:srgbClr val="F0DFA8">
              <a:alpha val="60000"/>
            </a:srgbClr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re_medallion"/>
          <p:cNvSpPr/>
          <p:nvPr/>
        </p:nvSpPr>
        <p:spPr>
          <a:xfrm>
            <a:off x="4998567" y="2331720"/>
            <a:ext cx="2194560" cy="2194560"/>
          </a:xfrm>
          <a:prstGeom prst="ellipse">
            <a:avLst/>
          </a:prstGeom>
          <a:solidFill>
            <a:srgbClr val="7A1022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>
                <a:solidFill>
                  <a:srgbClr val="D4AF37"/>
                </a:solidFill>
              </a:defRPr>
            </a:pPr>
            <a:r>
              <a:t>❖</a:t>
            </a:r>
          </a:p>
        </p:txBody>
      </p:sp>
      <p:sp>
        <p:nvSpPr>
          <p:cNvPr id="11" name="main_title_box"/>
          <p:cNvSpPr txBox="1"/>
          <p:nvPr/>
        </p:nvSpPr>
        <p:spPr>
          <a:xfrm>
            <a:off x="1371600" y="731520"/>
            <a:ext cx="9448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</a:defRPr>
            </a:pPr>
            <a:r>
              <a:t>让青春在奋斗中绽放绚丽之花</a:t>
            </a:r>
          </a:p>
          <a:p>
            <a:pPr algn="ctr">
              <a:defRPr sz="1800">
                <a:solidFill>
                  <a:srgbClr val="F0DFA8"/>
                </a:solidFill>
              </a:defRPr>
            </a:pPr>
            <a:r>
              <a:t>2026 年度国家奖学金评审答辩 · 汇报展示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5577840"/>
            <a:ext cx="5242255" cy="8229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A241E"/>
                </a:solidFill>
              </a:defRPr>
            </a:pPr>
            <a:r>
              <a:t>汇报人：sora  |  专业：飞行器质量与可靠性  |  2026.09</a:t>
            </a:r>
          </a:p>
        </p:txBody>
      </p:sp>
    </p:spTree>
  </p:cSld>
  <p:clrMapOvr>
    <a:masterClrMapping/>
  </p:clrMapOvr>
  <p:transition spd="med" advClick="1">
    <p:morph option="byObjec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128"/>
              </a:gs>
              <a:gs pos="100000">
                <a:srgbClr val="001F5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ch_blade_1"/>
          <p:cNvSpPr/>
          <p:nvPr/>
        </p:nvSpPr>
        <p:spPr>
          <a:xfrm>
            <a:off x="2986887" y="320040"/>
            <a:ext cx="6217920" cy="6217920"/>
          </a:xfrm>
          <a:prstGeom prst="pie">
            <a:avLst>
              <a:gd name="adj1" fmla="val 0"/>
              <a:gd name="adj2" fmla="val 5200000"/>
            </a:avLst>
          </a:prstGeom>
          <a:solidFill>
            <a:srgbClr val="00F5D4">
              <a:alpha val="75000"/>
            </a:srgbClr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ch_blade_2"/>
          <p:cNvSpPr/>
          <p:nvPr/>
        </p:nvSpPr>
        <p:spPr>
          <a:xfrm>
            <a:off x="2986887" y="320040"/>
            <a:ext cx="6217920" cy="6217920"/>
          </a:xfrm>
          <a:prstGeom prst="pie">
            <a:avLst>
              <a:gd name="adj1" fmla="val 0"/>
              <a:gd name="adj2" fmla="val 5200000"/>
            </a:avLst>
          </a:prstGeom>
          <a:solidFill>
            <a:srgbClr val="00B4D8">
              <a:alpha val="55000"/>
            </a:srgbClr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ch_blade_3"/>
          <p:cNvSpPr/>
          <p:nvPr/>
        </p:nvSpPr>
        <p:spPr>
          <a:xfrm>
            <a:off x="2986887" y="320040"/>
            <a:ext cx="6217920" cy="6217920"/>
          </a:xfrm>
          <a:prstGeom prst="pie">
            <a:avLst>
              <a:gd name="adj1" fmla="val 0"/>
              <a:gd name="adj2" fmla="val 5200000"/>
            </a:avLst>
          </a:prstGeom>
          <a:solidFill>
            <a:srgbClr val="00F5D4">
              <a:alpha val="75000"/>
            </a:srgbClr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ch_blade_4"/>
          <p:cNvSpPr/>
          <p:nvPr/>
        </p:nvSpPr>
        <p:spPr>
          <a:xfrm>
            <a:off x="2986887" y="320040"/>
            <a:ext cx="6217920" cy="6217920"/>
          </a:xfrm>
          <a:prstGeom prst="pie">
            <a:avLst>
              <a:gd name="adj1" fmla="val 0"/>
              <a:gd name="adj2" fmla="val 5200000"/>
            </a:avLst>
          </a:prstGeom>
          <a:solidFill>
            <a:srgbClr val="00B4D8">
              <a:alpha val="55000"/>
            </a:srgbClr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ch_blade_5"/>
          <p:cNvSpPr/>
          <p:nvPr/>
        </p:nvSpPr>
        <p:spPr>
          <a:xfrm>
            <a:off x="2986887" y="320040"/>
            <a:ext cx="6217920" cy="6217920"/>
          </a:xfrm>
          <a:prstGeom prst="pie">
            <a:avLst>
              <a:gd name="adj1" fmla="val 0"/>
              <a:gd name="adj2" fmla="val 5200000"/>
            </a:avLst>
          </a:prstGeom>
          <a:solidFill>
            <a:srgbClr val="00F5D4">
              <a:alpha val="75000"/>
            </a:srgbClr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ch_blade_6"/>
          <p:cNvSpPr/>
          <p:nvPr/>
        </p:nvSpPr>
        <p:spPr>
          <a:xfrm>
            <a:off x="2986887" y="320040"/>
            <a:ext cx="6217920" cy="6217920"/>
          </a:xfrm>
          <a:prstGeom prst="pie">
            <a:avLst>
              <a:gd name="adj1" fmla="val 0"/>
              <a:gd name="adj2" fmla="val 5200000"/>
            </a:avLst>
          </a:prstGeom>
          <a:solidFill>
            <a:srgbClr val="00B4D8">
              <a:alpha val="55000"/>
            </a:srgbClr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ch_title_box"/>
          <p:cNvSpPr txBox="1"/>
          <p:nvPr/>
        </p:nvSpPr>
        <p:spPr>
          <a:xfrm>
            <a:off x="1371600" y="-2743200"/>
            <a:ext cx="944849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F5D4"/>
                </a:solidFill>
              </a:defRPr>
            </a:pPr>
            <a:r>
              <a:t>MOTIX · 墨题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128"/>
              </a:gs>
              <a:gs pos="100000">
                <a:srgbClr val="001F5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ch_blade_1"/>
          <p:cNvSpPr/>
          <p:nvPr/>
        </p:nvSpPr>
        <p:spPr>
          <a:xfrm>
            <a:off x="2986887" y="320040"/>
            <a:ext cx="6217920" cy="6217920"/>
          </a:xfrm>
          <a:prstGeom prst="pie">
            <a:avLst>
              <a:gd name="adj1" fmla="val 0"/>
              <a:gd name="adj2" fmla="val 5200000"/>
            </a:avLst>
          </a:prstGeom>
          <a:solidFill>
            <a:srgbClr val="00F5D4">
              <a:alpha val="75000"/>
            </a:srgbClr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ch_blade_2"/>
          <p:cNvSpPr/>
          <p:nvPr/>
        </p:nvSpPr>
        <p:spPr>
          <a:xfrm rot="3600000">
            <a:off x="2986887" y="320040"/>
            <a:ext cx="6217920" cy="6217920"/>
          </a:xfrm>
          <a:prstGeom prst="pie">
            <a:avLst>
              <a:gd name="adj1" fmla="val 0"/>
              <a:gd name="adj2" fmla="val 5200000"/>
            </a:avLst>
          </a:prstGeom>
          <a:solidFill>
            <a:srgbClr val="00B4D8">
              <a:alpha val="55000"/>
            </a:srgbClr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ch_blade_3"/>
          <p:cNvSpPr/>
          <p:nvPr/>
        </p:nvSpPr>
        <p:spPr>
          <a:xfrm rot="7200000">
            <a:off x="2986887" y="320040"/>
            <a:ext cx="6217920" cy="6217920"/>
          </a:xfrm>
          <a:prstGeom prst="pie">
            <a:avLst>
              <a:gd name="adj1" fmla="val 0"/>
              <a:gd name="adj2" fmla="val 5200000"/>
            </a:avLst>
          </a:prstGeom>
          <a:solidFill>
            <a:srgbClr val="00F5D4">
              <a:alpha val="75000"/>
            </a:srgbClr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ch_blade_4"/>
          <p:cNvSpPr/>
          <p:nvPr/>
        </p:nvSpPr>
        <p:spPr>
          <a:xfrm rot="10800000">
            <a:off x="2986887" y="320040"/>
            <a:ext cx="6217920" cy="6217920"/>
          </a:xfrm>
          <a:prstGeom prst="pie">
            <a:avLst>
              <a:gd name="adj1" fmla="val 0"/>
              <a:gd name="adj2" fmla="val 5200000"/>
            </a:avLst>
          </a:prstGeom>
          <a:solidFill>
            <a:srgbClr val="00B4D8">
              <a:alpha val="55000"/>
            </a:srgbClr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ch_blade_5"/>
          <p:cNvSpPr/>
          <p:nvPr/>
        </p:nvSpPr>
        <p:spPr>
          <a:xfrm rot="14400000">
            <a:off x="2986887" y="320040"/>
            <a:ext cx="6217920" cy="6217920"/>
          </a:xfrm>
          <a:prstGeom prst="pie">
            <a:avLst>
              <a:gd name="adj1" fmla="val 0"/>
              <a:gd name="adj2" fmla="val 5200000"/>
            </a:avLst>
          </a:prstGeom>
          <a:solidFill>
            <a:srgbClr val="00F5D4">
              <a:alpha val="75000"/>
            </a:srgbClr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ch_blade_6"/>
          <p:cNvSpPr/>
          <p:nvPr/>
        </p:nvSpPr>
        <p:spPr>
          <a:xfrm rot="18000000">
            <a:off x="2986887" y="320040"/>
            <a:ext cx="6217920" cy="6217920"/>
          </a:xfrm>
          <a:prstGeom prst="pie">
            <a:avLst>
              <a:gd name="adj1" fmla="val 0"/>
              <a:gd name="adj2" fmla="val 5200000"/>
            </a:avLst>
          </a:prstGeom>
          <a:solidFill>
            <a:srgbClr val="00B4D8">
              <a:alpha val="55000"/>
            </a:srgbClr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re_tech"/>
          <p:cNvSpPr/>
          <p:nvPr/>
        </p:nvSpPr>
        <p:spPr>
          <a:xfrm>
            <a:off x="4998567" y="2331720"/>
            <a:ext cx="2194560" cy="2194560"/>
          </a:xfrm>
          <a:prstGeom prst="ellipse">
            <a:avLst/>
          </a:prstGeom>
          <a:solidFill>
            <a:srgbClr val="0A1128"/>
          </a:solidFill>
          <a:ln w="254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F5D4"/>
                </a:solidFill>
              </a:defRPr>
            </a:pPr>
            <a:r>
              <a:t>AI</a:t>
            </a:r>
          </a:p>
        </p:txBody>
      </p:sp>
      <p:sp>
        <p:nvSpPr>
          <p:cNvPr id="10" name="tech_title_box"/>
          <p:cNvSpPr txBox="1"/>
          <p:nvPr/>
        </p:nvSpPr>
        <p:spPr>
          <a:xfrm>
            <a:off x="1371600" y="731520"/>
            <a:ext cx="944849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F5D4"/>
                </a:solidFill>
              </a:defRPr>
            </a:pPr>
            <a:r>
              <a:t>MOTIX · 墨题智能刷题机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离线优先 · 真题切片 · 沉浸式水墨交互</a:t>
            </a:r>
          </a:p>
        </p:txBody>
      </p:sp>
    </p:spTree>
  </p:cSld>
  <p:clrMapOvr>
    <a:masterClrMapping/>
  </p:clrMapOvr>
  <p:transition spd="med" advClick="1">
    <p:morph option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